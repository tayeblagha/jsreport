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BB6D48-7AD5-403A-915F-F00726328076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64F87C-B88D-4C1B-A141-7F54E17DE40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7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1440"/>
            <a:ext cx="9133560" cy="514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Text 0"/>
          <p:cNvSpPr/>
          <p:nvPr/>
        </p:nvSpPr>
        <p:spPr>
          <a:xfrm>
            <a:off x="91440" y="475488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46520" y="1028880"/>
            <a:ext cx="2283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6"/>
          <p:cNvSpPr/>
          <p:nvPr/>
        </p:nvSpPr>
        <p:spPr>
          <a:xfrm>
            <a:off x="1728000" y="3960000"/>
            <a:ext cx="1259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{{overallScore}}%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17"/>
          <p:cNvSpPr/>
          <p:nvPr/>
        </p:nvSpPr>
        <p:spPr>
          <a:xfrm>
            <a:off x="1443600" y="3840480"/>
            <a:ext cx="1369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Overall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8"/>
          <p:cNvSpPr/>
          <p:nvPr/>
        </p:nvSpPr>
        <p:spPr>
          <a:xfrm>
            <a:off x="2844000" y="3960000"/>
            <a:ext cx="14202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{{leadership.leadershipScore}}%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9"/>
          <p:cNvSpPr/>
          <p:nvPr/>
        </p:nvSpPr>
        <p:spPr>
          <a:xfrm>
            <a:off x="2632320" y="3840480"/>
            <a:ext cx="1369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Leadership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0"/>
          <p:cNvSpPr/>
          <p:nvPr/>
        </p:nvSpPr>
        <p:spPr>
          <a:xfrm>
            <a:off x="4158000" y="3960000"/>
            <a:ext cx="11343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{{technical.technicalScore}}%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1"/>
          <p:cNvSpPr/>
          <p:nvPr/>
        </p:nvSpPr>
        <p:spPr>
          <a:xfrm>
            <a:off x="3821040" y="3840480"/>
            <a:ext cx="1369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Technical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2"/>
          <p:cNvSpPr/>
          <p:nvPr/>
        </p:nvSpPr>
        <p:spPr>
          <a:xfrm>
            <a:off x="5310000" y="3960000"/>
            <a:ext cx="9896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100" strike="noStrike" u="none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{{ behavioral</a:t>
            </a:r>
            <a:r>
              <a:rPr b="1" lang="en-US" sz="11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.behavioralScore}}</a:t>
            </a:r>
            <a:r>
              <a:rPr b="0" lang="en-US" sz="1100" strike="noStrike" u="none">
                <a:solidFill>
                  <a:srgbClr val="183349"/>
                </a:solidFill>
                <a:effectLst/>
                <a:uFillTx/>
                <a:latin typeface="Calibri"/>
                <a:ea typeface="Arial"/>
              </a:rPr>
              <a:t>%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3"/>
          <p:cNvSpPr/>
          <p:nvPr/>
        </p:nvSpPr>
        <p:spPr>
          <a:xfrm>
            <a:off x="5009760" y="3840480"/>
            <a:ext cx="1369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Behavioral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4"/>
          <p:cNvSpPr/>
          <p:nvPr/>
        </p:nvSpPr>
        <p:spPr>
          <a:xfrm>
            <a:off x="6462360" y="3931560"/>
            <a:ext cx="11689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{{cognitive.cognitiveScore}}%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5"/>
          <p:cNvSpPr/>
          <p:nvPr/>
        </p:nvSpPr>
        <p:spPr>
          <a:xfrm>
            <a:off x="6198480" y="3840480"/>
            <a:ext cx="1369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Cognitive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6"/>
          <p:cNvSpPr/>
          <p:nvPr/>
        </p:nvSpPr>
        <p:spPr>
          <a:xfrm>
            <a:off x="7632000" y="3931560"/>
            <a:ext cx="12592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 personality.personalityScore  }}%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7"/>
          <p:cNvSpPr/>
          <p:nvPr/>
        </p:nvSpPr>
        <p:spPr>
          <a:xfrm>
            <a:off x="7387200" y="3840480"/>
            <a:ext cx="1369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Personality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473040" y="712080"/>
            <a:ext cx="27410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1"/>
          <p:cNvSpPr/>
          <p:nvPr/>
        </p:nvSpPr>
        <p:spPr>
          <a:xfrm>
            <a:off x="2788920" y="1069920"/>
            <a:ext cx="214668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83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{{firstName}}</a:t>
            </a:r>
            <a:endParaRPr b="0" lang="fr-FR" sz="8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2788920" y="1340640"/>
            <a:ext cx="214668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83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{{roleName}}</a:t>
            </a:r>
            <a:endParaRPr b="0" lang="fr-FR" sz="8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2788920" y="1611720"/>
            <a:ext cx="214668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830" strike="noStrike" u="none">
                <a:solidFill>
                  <a:srgbClr val="183349"/>
                </a:solidFill>
                <a:effectLst/>
                <a:uFillTx/>
                <a:latin typeface="Arial"/>
              </a:rPr>
              <a:t>{{assessmentName}}</a:t>
            </a:r>
            <a:endParaRPr b="0" lang="fr-FR" sz="8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Picture 4" descr=""/>
          <p:cNvPicPr/>
          <p:nvPr/>
        </p:nvPicPr>
        <p:blipFill>
          <a:blip r:embed="rId2"/>
          <a:stretch/>
        </p:blipFill>
        <p:spPr>
          <a:xfrm>
            <a:off x="7995240" y="725760"/>
            <a:ext cx="64332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5" descr=""/>
          <p:cNvPicPr/>
          <p:nvPr/>
        </p:nvPicPr>
        <p:blipFill>
          <a:blip r:embed="rId3"/>
          <a:stretch/>
        </p:blipFill>
        <p:spPr>
          <a:xfrm>
            <a:off x="7151760" y="729000"/>
            <a:ext cx="64332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18" descr=""/>
          <p:cNvPicPr/>
          <p:nvPr/>
        </p:nvPicPr>
        <p:blipFill>
          <a:blip r:embed="rId4"/>
          <a:stretch/>
        </p:blipFill>
        <p:spPr>
          <a:xfrm>
            <a:off x="5465160" y="726120"/>
            <a:ext cx="64332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Picture 19" descr=""/>
          <p:cNvPicPr/>
          <p:nvPr/>
        </p:nvPicPr>
        <p:blipFill>
          <a:blip r:embed="rId5"/>
          <a:stretch/>
        </p:blipFill>
        <p:spPr>
          <a:xfrm>
            <a:off x="4622040" y="726120"/>
            <a:ext cx="64332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Box 20"/>
          <p:cNvSpPr/>
          <p:nvPr/>
        </p:nvSpPr>
        <p:spPr>
          <a:xfrm>
            <a:off x="7999560" y="494280"/>
            <a:ext cx="6433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Overqualified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21"/>
          <p:cNvSpPr/>
          <p:nvPr/>
        </p:nvSpPr>
        <p:spPr>
          <a:xfrm>
            <a:off x="7153920" y="488880"/>
            <a:ext cx="6433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Expert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23"/>
          <p:cNvSpPr/>
          <p:nvPr/>
        </p:nvSpPr>
        <p:spPr>
          <a:xfrm>
            <a:off x="5465160" y="491760"/>
            <a:ext cx="6433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Intermediate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24"/>
          <p:cNvSpPr/>
          <p:nvPr/>
        </p:nvSpPr>
        <p:spPr>
          <a:xfrm>
            <a:off x="4626360" y="491760"/>
            <a:ext cx="6433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1371600" y="2148840"/>
            <a:ext cx="713016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1"/>
          <p:cNvSpPr/>
          <p:nvPr/>
        </p:nvSpPr>
        <p:spPr>
          <a:xfrm>
            <a:off x="4626360" y="779400"/>
            <a:ext cx="643320" cy="1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Foundation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Picture 1" descr=""/>
          <p:cNvPicPr/>
          <p:nvPr/>
        </p:nvPicPr>
        <p:blipFill>
          <a:blip r:embed="rId6"/>
          <a:stretch/>
        </p:blipFill>
        <p:spPr>
          <a:xfrm>
            <a:off x="6278400" y="726480"/>
            <a:ext cx="64332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"/>
          <p:cNvSpPr/>
          <p:nvPr/>
        </p:nvSpPr>
        <p:spPr>
          <a:xfrm>
            <a:off x="6345720" y="735120"/>
            <a:ext cx="6368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Advanced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3009</TotalTime>
  <Application>LibreOffice/25.2.7.2$Windows_X86_64 LibreOffice_project/5cbfd1ab6520636bb5f7b99185aa69bd7456825d</Application>
  <AppVersion>15.0000</AppVersion>
  <Words>12144</Words>
  <Paragraphs>424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2025-08-14T15:20:57Z</dcterms:created>
  <dc:creator>PptxGenJS</dc:creator>
  <dc:description/>
  <dc:language>fr-FR</dc:language>
  <cp:lastModifiedBy/>
  <dcterms:modified xsi:type="dcterms:W3CDTF">2025-12-05T18:16:46Z</dcterms:modified>
  <cp:revision>193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On-screen Show (16:9)</vt:lpwstr>
  </property>
  <property fmtid="{D5CDD505-2E9C-101B-9397-08002B2CF9AE}" pid="4" name="Slides">
    <vt:i4>23</vt:i4>
  </property>
</Properties>
</file>