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D8E026-BED2-40F8-8C42-D321AC87D3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61E84F-D4CE-487C-88A3-7D3A8FD4AD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F790C7-E49F-42FD-BF65-0672D4AE4F57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</a:rPr>
              <a:t>{{#pptxStyle textColor='0000FF'}}Simple text{{/pptxStyle}}</a:t>
            </a:r>
            <a:br>
              <a:rPr sz="1000"/>
            </a:br>
            <a:br>
              <a:rPr sz="1000"/>
            </a:br>
            <a:endParaRPr b="0" lang="fr-FR" sz="1000" strike="noStrike" u="none">
              <a:solidFill>
                <a:srgbClr val="000000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 Colored black background </a:t>
            </a:r>
            <a:br>
              <a:rPr sz="1000"/>
            </a:b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{{#pptxStyle textColor='ff0000'  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BackgroundColor=’FFFFFF’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  }}Simple text{{/pptxStyle}} </a:t>
            </a:r>
            <a:br>
              <a:rPr sz="1000"/>
            </a:b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 </a:t>
            </a:r>
            <a:br>
              <a:rPr sz="1000"/>
            </a:br>
            <a:br>
              <a:rPr sz="1000"/>
            </a:b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2025-12-05T10:38:11Z</dcterms:created>
  <dc:creator/>
  <dc:description/>
  <dc:language>fr-FR</dc:language>
  <cp:lastModifiedBy/>
  <dcterms:modified xsi:type="dcterms:W3CDTF">2025-12-05T10:44:23Z</dcterms:modified>
  <cp:revision>1</cp:revision>
  <dc:subject/>
  <dc:title/>
</cp:coreProperties>
</file>