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7775D3-48FB-40E5-9C85-B2E6392C398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882BAF-F509-48BC-9005-2080759541A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60E8F8-0276-48C0-A293-3C39F17BA03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fr-F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8D0B0A-F87E-440A-8E79-22C690B7AEF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D53C28-6D2B-413A-BAD5-09E5AD34499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70D8A5-D043-4B52-A579-C60003E1964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3C5D7A-84C2-46AB-BDE9-B58357083C2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fr-F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010755-B2A6-48F0-88B8-04357538E92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8ED808-B414-4C8B-B738-D9F4BD6D13C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A9D8D7-4551-4B2C-817A-1372796CE98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C9541D-9470-43D3-B2F4-B5DBD8642F6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2"/>
          <p:cNvGrpSpPr/>
          <p:nvPr/>
        </p:nvGrpSpPr>
        <p:grpSpPr>
          <a:xfrm>
            <a:off x="8640000" y="900000"/>
            <a:ext cx="1440000" cy="1312560"/>
            <a:chOff x="8640000" y="900000"/>
            <a:chExt cx="1440000" cy="1312560"/>
          </a:xfrm>
        </p:grpSpPr>
        <p:pic>
          <p:nvPicPr>
            <p:cNvPr id="58" name="Picture 6" descr=""/>
            <p:cNvPicPr/>
            <p:nvPr/>
          </p:nvPicPr>
          <p:blipFill>
            <a:blip r:embed="rId1"/>
            <a:stretch/>
          </p:blipFill>
          <p:spPr>
            <a:xfrm>
              <a:off x="8640000" y="900000"/>
              <a:ext cx="1440000" cy="1080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9" name="TextBox 7"/>
            <p:cNvSpPr/>
            <p:nvPr/>
          </p:nvSpPr>
          <p:spPr>
            <a:xfrm>
              <a:off x="8640000" y="1160280"/>
              <a:ext cx="1416240" cy="105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9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{{pptxImage src="https://raw.githubusercontent.com/tayeblagha/jsreport/refs/heads/main/chartPercentage/70.png"  width="200px" height="100px"}}</a:t>
              </a:r>
              <a:endParaRPr b="0" lang="fr-FR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456360" y="373284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Title</a:t>
            </a:r>
            <a:endParaRPr b="0" lang="fr-F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Application>LibreOffice/25.2.7.2$Windows_X86_64 LibreOffice_project/5cbfd1ab6520636bb5f7b99185aa69bd7456825d</Application>
  <AppVersion>15.0000</AppVersion>
  <Words>5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2019-06-13T13:23:45Z</dcterms:created>
  <dc:creator>jan blaha</dc:creator>
  <dc:description/>
  <dc:language>fr-FR</dc:language>
  <cp:lastModifiedBy/>
  <dcterms:modified xsi:type="dcterms:W3CDTF">2025-12-06T00:24:00Z</dcterms:modified>
  <cp:revision>14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