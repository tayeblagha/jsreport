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9849C9-8E21-424D-A591-2A9CD2DB91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309F9-0611-4421-8947-FEF23E241D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07DC086-56EB-49EF-B7CD-ED648C03080D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</a:rPr>
              <a:t>{{#pptxStyle textColor='0000FF'}}Simple text{{/pptxStyle}}</a:t>
            </a:r>
            <a:br>
              <a:rPr sz="1000"/>
            </a:br>
            <a:br>
              <a:rPr sz="1000"/>
            </a:br>
            <a:endParaRPr b="0" lang="fr-FR" sz="1000" strike="noStrike" u="non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 Colored black background </a:t>
            </a:r>
            <a:br>
              <a:rPr sz="1000"/>
            </a:b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{{#pptxStyle textColor='ff0000'  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BackgroundColor=’FFFFFF’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}}Simple text{{/pptxStyle}} </a:t>
            </a:r>
            <a:br>
              <a:rPr sz="1000"/>
            </a:b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</a:t>
            </a:r>
            <a:br>
              <a:rPr sz="1000"/>
            </a:br>
            <a:br>
              <a:rPr sz="1000"/>
            </a:b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2025-12-05T10:38:11Z</dcterms:created>
  <dc:creator/>
  <dc:description/>
  <dc:language>fr-FR</dc:language>
  <cp:lastModifiedBy/>
  <dcterms:modified xsi:type="dcterms:W3CDTF">2025-12-05T10:44:23Z</dcterms:modified>
  <cp:revision>1</cp:revision>
  <dc:subject/>
  <dc:title/>
</cp:coreProperties>
</file>