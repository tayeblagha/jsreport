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40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40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08B5177-2AF0-4A58-A30F-38909702BE9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200" cy="63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200" cy="3950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0640" cy="63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0640" cy="3950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7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8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0DD66C5-2346-4566-B391-A79D6FF2C32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EF657FC-1FBF-49B1-BB7F-E0099C39FEA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CFBEC1F-B4F0-4581-A672-4C66F2CB063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080" cy="116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560" cy="585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080" cy="469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6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FFFB6A1-478A-494D-AE85-EFF73959C04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320" cy="56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320" cy="80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9584743-B062-47E7-A647-08F5502794A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320" cy="14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D9E03F9-7741-4786-B3C1-C9F7DF1D9D9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5145911-EA0E-42BA-892C-6A888115BDD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320" cy="585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8840" cy="585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14D6CE5-02E4-4158-814A-B3FAD169796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0240C84-FF98-4734-9A5C-694F38854A1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320" cy="1361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fr-F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3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138FD06-5A12-48DE-8CE6-5EF87BF1A45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1"/>
          <p:cNvSpPr/>
          <p:nvPr/>
        </p:nvSpPr>
        <p:spPr>
          <a:xfrm>
            <a:off x="914400" y="914400"/>
            <a:ext cx="3045600" cy="3045600"/>
          </a:xfrm>
          <a:prstGeom prst="rect">
            <a:avLst/>
          </a:prstGeom>
          <a:solidFill>
            <a:srgbClr val="000000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{{#if (gt age 18)}}</a:t>
            </a:r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{{~set "bgColor" "FF0000"}}   &lt;!-- red --&gt;</a:t>
            </a:r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{{else if (eq age 18)}}</a:t>
            </a:r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{{~set "bgColor" "0000FF"}}   &lt;!-- blue --&gt;</a:t>
            </a:r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{{else}}</a:t>
            </a:r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{{~set "bgColor" "00FF00"}}   &lt;!-- green --&gt;</a:t>
            </a:r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{{/if}}</a:t>
            </a:r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3060000" y="4680000"/>
            <a:ext cx="2159280" cy="89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Hello ladies and gentlenman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5760000" y="720000"/>
            <a:ext cx="3239280" cy="42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{{#if (gt age 18)}}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{{~set "bgColor" "FF0000"}}   &lt;!-- red --&gt;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{{else if (eq age 18)}}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{{~set "bgColor" "0000FF"}}   &lt;!-- blue --&gt;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{{else}}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{{~set "bgColor" "00FF00"}}   &lt;!-- green --&gt;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{{/if}}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BgColor 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{{bgColor}</a:t>
            </a: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Microsoft YaHei"/>
              </a:rPr>
              <a:t>}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Microsoft YaHei"/>
              </a:rPr>
              <a:t>BgColor {{get "bgColor"}}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Application>LibreOffice/25.2.7.2$Windows_X86_64 LibreOffice_project/5cbfd1ab6520636bb5f7b99185aa69bd7456825d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fr-FR</dc:language>
  <cp:lastModifiedBy/>
  <dcterms:modified xsi:type="dcterms:W3CDTF">2025-12-05T00:20:18Z</dcterms:modified>
  <cp:revision>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