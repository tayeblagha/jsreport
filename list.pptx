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notesSlides/notesSlide5.xml" ContentType="application/vnd.openxmlformats-officedocument.presentationml.notesSlide+xml"/>
  <Override PartName="/ppt/charts/chart7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6.xml" ContentType="application/vnd.openxmlformats-officedocument.presentationml.notesSlide+xml"/>
  <Override PartName="/ppt/charts/chart8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9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rts/chart10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charts/chart11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notesSlides/notesSlide17.xml" ContentType="application/vnd.openxmlformats-officedocument.presentationml.notesSlide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notesSlides/notesSlide18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88" r:id="rId5"/>
    <p:sldId id="260" r:id="rId6"/>
    <p:sldId id="261" r:id="rId7"/>
    <p:sldId id="285" r:id="rId8"/>
    <p:sldId id="263" r:id="rId9"/>
    <p:sldId id="264" r:id="rId10"/>
    <p:sldId id="286" r:id="rId11"/>
    <p:sldId id="266" r:id="rId12"/>
    <p:sldId id="284" r:id="rId13"/>
    <p:sldId id="268" r:id="rId14"/>
    <p:sldId id="287" r:id="rId15"/>
    <p:sldId id="270" r:id="rId16"/>
    <p:sldId id="271" r:id="rId17"/>
    <p:sldId id="290" r:id="rId18"/>
    <p:sldId id="273" r:id="rId19"/>
    <p:sldId id="274" r:id="rId20"/>
    <p:sldId id="275" r:id="rId21"/>
    <p:sldId id="276" r:id="rId22"/>
    <p:sldId id="278" r:id="rId23"/>
    <p:sldId id="279" r:id="rId2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5C78"/>
    <a:srgbClr val="365167"/>
    <a:srgbClr val="00FF00"/>
    <a:srgbClr val="FFFFFF"/>
    <a:srgbClr val="3A729A"/>
    <a:srgbClr val="6CA184"/>
    <a:srgbClr val="153148"/>
    <a:srgbClr val="EBEBEB"/>
    <a:srgbClr val="FFF385"/>
    <a:srgbClr val="DE59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5024" autoAdjust="0"/>
  </p:normalViewPr>
  <p:slideViewPr>
    <p:cSldViewPr snapToGrid="0" snapToObjects="1">
      <p:cViewPr varScale="1">
        <p:scale>
          <a:sx n="105" d="100"/>
          <a:sy n="105" d="100"/>
        </p:scale>
        <p:origin x="82" y="-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6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8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10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9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1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0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assessment.[1].score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A4A7-4890-9FA4-EA73E6ACB8AE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A4A7-4890-9FA4-EA73E6ACB8AE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A4A7-4890-9FA4-EA73E6ACB8A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assessment.[2].score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2A5-4713-B7E2-026D58752EB1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2A5-4713-B7E2-026D58752EB1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52A5-4713-B7E2-026D58752EB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assessment.[3].score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DDEB-40B1-BF73-3E3E9FD97884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DDEB-40B1-BF73-3E3E9FD97884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DDEB-40B1-BF73-3E3E9FD9788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assessment.[4].score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46C6-4EF3-8DEB-C5339056659F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46C6-4EF3-8DEB-C5339056659F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46C6-4EF3-8DEB-C5339056659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>
                <a:solidFill>
                  <a:srgbClr val="285C78"/>
                </a:solidFill>
                <a:latin typeface="Arial"/>
              </a:rPr>
              <a:t>assessment.[5].score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389-41F1-98D0-3D010C69AB39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89-41F1-98D0-3D010C69AB39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8389-41F1-98D0-3D010C69AB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fr-FR" sz="200" dirty="0">
                <a:solidFill>
                  <a:srgbClr val="285C78"/>
                </a:solidFill>
              </a:rPr>
              <a:t>{{</a:t>
            </a:r>
            <a:r>
              <a:rPr lang="fr-FR" sz="200" dirty="0" err="1">
                <a:solidFill>
                  <a:srgbClr val="285C78"/>
                </a:solidFill>
              </a:rPr>
              <a:t>pptxChart</a:t>
            </a:r>
            <a:r>
              <a:rPr lang="fr-FR" sz="200" dirty="0">
                <a:solidFill>
                  <a:srgbClr val="285C78"/>
                </a:solidFill>
              </a:rPr>
              <a:t> data=(</a:t>
            </a:r>
            <a:r>
              <a:rPr lang="fr-FR" sz="200" dirty="0" err="1">
                <a:solidFill>
                  <a:srgbClr val="285C78"/>
                </a:solidFill>
              </a:rPr>
              <a:t>generatePercentageChart</a:t>
            </a:r>
            <a:r>
              <a:rPr lang="fr-FR" sz="200" dirty="0">
                <a:solidFill>
                  <a:srgbClr val="285C78"/>
                </a:solidFill>
              </a:rPr>
              <a:t> </a:t>
            </a:r>
            <a:r>
              <a:rPr lang="en-US" sz="200" b="1" i="0" u="none" strike="noStrike" kern="1200" baseline="0" dirty="0" err="1">
                <a:solidFill>
                  <a:srgbClr val="285C78"/>
                </a:solidFill>
                <a:latin typeface="Arial"/>
              </a:rPr>
              <a:t>overallScore</a:t>
            </a:r>
            <a:r>
              <a:rPr lang="fr-FR" sz="200" dirty="0">
                <a:solidFill>
                  <a:srgbClr val="285C78"/>
                </a:solidFill>
              </a:rPr>
              <a:t>)}}</a:t>
            </a:r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7.5861767279090109E-2"/>
          <c:y val="4.0611548556430441E-2"/>
          <c:w val="0.83716622922134731"/>
          <c:h val="0.83716622922134731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A70C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2EB-40CB-AEC8-9D5860230D6C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2EB-40CB-AEC8-9D5860230D6C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C2EB-40CB-AEC8-9D5860230D6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{{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pptxChart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data=(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generateBarChart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 </a:t>
            </a:r>
            <a:r>
              <a:rPr lang="en-US" sz="900" b="1" i="0" u="none" strike="noStrike" kern="1200" spc="0" baseline="0" dirty="0" err="1">
                <a:solidFill>
                  <a:prstClr val="black">
                    <a:lumMod val="65000"/>
                    <a:lumOff val="35000"/>
                  </a:prstClr>
                </a:solidFill>
              </a:rPr>
              <a:t>interview.insights</a:t>
            </a:r>
            <a:r>
              <a:rPr lang="en-US" sz="900" b="1" i="0" u="none" strike="noStrike" kern="1200" spc="0" baseline="0" dirty="0">
                <a:solidFill>
                  <a:prstClr val="black">
                    <a:lumMod val="65000"/>
                    <a:lumOff val="35000"/>
                  </a:prstClr>
                </a:solidFill>
              </a:rPr>
              <a:t>)}}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marL="0" marR="0" lvl="0" indent="0" algn="ctr" defTabSz="914400" rtl="0" eaLnBrk="1" fontAlgn="auto" latinLnBrk="0" hangingPunct="1">
            <a:lnSpc>
              <a:spcPct val="100000"/>
            </a:lnSpc>
            <a:spcBef>
              <a:spcPts val="0"/>
            </a:spcBef>
            <a:spcAft>
              <a:spcPts val="0"/>
            </a:spcAft>
            <a:buClrTx/>
            <a:buSzTx/>
            <a:buFontTx/>
            <a:buNone/>
            <a:tabLst/>
            <a:defRPr sz="1800" b="1" i="0" u="none" strike="noStrike" kern="1200" baseline="0">
              <a:solidFill>
                <a:prstClr val="black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0.46025407999710638"/>
          <c:y val="0"/>
          <c:w val="0.53974592000289368"/>
          <c:h val="0.9014336917562724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1351-4CE4-BA72-1E96A7FE5C5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1351-4CE4-BA72-1E96A7FE5C5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1351-4CE4-BA72-1E96A7FE5C5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1351-4CE4-BA72-1E96A7FE5C5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1351-4CE4-BA72-1E96A7FE5C5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A-1351-4CE4-BA72-1E96A7FE5C5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7ECFEF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 b="1" i="0" u="none" strike="noStrike" kern="1200" baseline="0">
                <a:solidFill>
                  <a:prstClr val="black"/>
                </a:solidFill>
                <a:latin typeface="+mn-lt"/>
                <a:ea typeface="+mn-ea"/>
                <a:cs typeface="+mn-cs"/>
              </a:defRPr>
            </a:pPr>
            <a:r>
              <a:rPr lang="en-US" sz="1400" b="0" dirty="0">
                <a:solidFill>
                  <a:schemeClr val="tx1"/>
                </a:solidFill>
              </a:rPr>
              <a:t>{{</a:t>
            </a:r>
            <a:r>
              <a:rPr lang="en-US" sz="1400" b="0" dirty="0" err="1">
                <a:solidFill>
                  <a:schemeClr val="tx1"/>
                </a:solidFill>
              </a:rPr>
              <a:t>pptxChart</a:t>
            </a:r>
            <a:r>
              <a:rPr lang="en-US" sz="1400" b="0" dirty="0">
                <a:solidFill>
                  <a:schemeClr val="tx1"/>
                </a:solidFill>
              </a:rPr>
              <a:t> data=(</a:t>
            </a:r>
            <a:r>
              <a:rPr lang="en-US" sz="1400" b="0" dirty="0" err="1">
                <a:solidFill>
                  <a:schemeClr val="tx1"/>
                </a:solidFill>
              </a:rPr>
              <a:t>generateBarChart</a:t>
            </a:r>
            <a:r>
              <a:rPr lang="en-US" sz="1400" b="0" dirty="0">
                <a:solidFill>
                  <a:schemeClr val="tx1"/>
                </a:solidFill>
              </a:rPr>
              <a:t> </a:t>
            </a:r>
            <a:r>
              <a:rPr lang="en-US" sz="1400" b="0" dirty="0" err="1">
                <a:solidFill>
                  <a:schemeClr val="tx1"/>
                </a:solidFill>
              </a:rPr>
              <a:t>leadership.competencies</a:t>
            </a:r>
            <a:r>
              <a:rPr lang="en-US" sz="1400" b="0" dirty="0">
                <a:solidFill>
                  <a:schemeClr val="tx1"/>
                </a:solidFill>
              </a:rPr>
              <a:t>)}}</a:t>
            </a:r>
            <a:endParaRPr lang="fr-FR" sz="1400" b="0" dirty="0">
              <a:solidFill>
                <a:schemeClr val="tx1"/>
              </a:solidFill>
            </a:endParaRPr>
          </a:p>
        </c:rich>
      </c:tx>
      <c:layout>
        <c:manualLayout>
          <c:xMode val="edge"/>
          <c:yMode val="edge"/>
          <c:x val="0.11598012748406451"/>
          <c:y val="0.64162754303599379"/>
        </c:manualLayout>
      </c:layout>
      <c:overlay val="0"/>
    </c:title>
    <c:autoTitleDeleted val="0"/>
    <c:plotArea>
      <c:layout>
        <c:manualLayout>
          <c:layoutTarget val="inner"/>
          <c:xMode val="edge"/>
          <c:yMode val="edge"/>
          <c:x val="0.19248481439820023"/>
          <c:y val="2.7288886424408215E-2"/>
          <c:w val="0.79005486814148229"/>
          <c:h val="0.92967511983537265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rgbClr val="153148"/>
            </a:solidFill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1-99B5-4DD7-9E52-A041E4851FEC}"/>
              </c:ext>
            </c:extLst>
          </c:dPt>
          <c:dPt>
            <c:idx val="1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3-99B5-4DD7-9E52-A041E4851FEC}"/>
              </c:ext>
            </c:extLst>
          </c:dPt>
          <c:dPt>
            <c:idx val="2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5-99B5-4DD7-9E52-A041E4851FEC}"/>
              </c:ext>
            </c:extLst>
          </c:dPt>
          <c:dPt>
            <c:idx val="3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7-99B5-4DD7-9E52-A041E4851FEC}"/>
              </c:ext>
            </c:extLst>
          </c:dPt>
          <c:dPt>
            <c:idx val="4"/>
            <c:invertIfNegative val="0"/>
            <c:bubble3D val="0"/>
            <c:spPr>
              <a:solidFill>
                <a:srgbClr val="B9DDF2"/>
              </a:solidFill>
            </c:spPr>
            <c:extLst>
              <c:ext xmlns:c16="http://schemas.microsoft.com/office/drawing/2014/chart" uri="{C3380CC4-5D6E-409C-BE32-E72D297353CC}">
                <c16:uniqueId val="{00000009-99B5-4DD7-9E52-A041E4851FEC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B384D"/>
                    </a:solidFill>
                    <a:latin typeface="Arial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A-99B5-4DD7-9E52-A041E4851FEC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FFFFFF"/>
              </a:solidFill>
              <a:prstDash val="solid"/>
              <a:round/>
            </a:ln>
          </c:spPr>
        </c:majorGridlines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1" i="0" u="none" strike="noStrike">
                <a:solidFill>
                  <a:srgbClr val="1B384D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>
              <a:solidFill>
                <a:srgbClr val="DADAD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>
      <a:solidFill>
        <a:srgbClr val="285C78"/>
      </a:solidFill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7"/>
    </mc:Choice>
    <mc:Fallback>
      <c:style val="7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technical.competencies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5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6E8-4584-9346-ED202DD2D35F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6E8-4584-9346-ED202DD2D35F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6E8-4584-9346-ED202DD2D35F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6E8-4584-9346-ED202DD2D35F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6E8-4584-9346-ED202DD2D35F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76E8-4584-9346-ED202DD2D35F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76E8-4584-9346-ED202DD2D35F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76E8-4584-9346-ED202DD2D35F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76E8-4584-9346-ED202DD2D35F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76E8-4584-9346-ED202DD2D35F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76E8-4584-9346-ED202DD2D35F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5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76E8-4584-9346-ED202DD2D35F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76E8-4584-9346-ED202DD2D35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fr-FR" sz="700" dirty="0"/>
              <a:t>{{</a:t>
            </a:r>
            <a:r>
              <a:rPr lang="fr-FR" sz="700" dirty="0" err="1"/>
              <a:t>pptxChart</a:t>
            </a:r>
            <a:r>
              <a:rPr lang="fr-FR" sz="700" dirty="0"/>
              <a:t> data=(</a:t>
            </a:r>
            <a:r>
              <a:rPr lang="fr-FR" sz="700" dirty="0" err="1"/>
              <a:t>generateBarChart</a:t>
            </a:r>
            <a:r>
              <a:rPr lang="fr-FR" sz="700" dirty="0"/>
              <a:t> </a:t>
            </a:r>
            <a:r>
              <a:rPr lang="fr-FR" sz="700" dirty="0" err="1"/>
              <a:t>behavioral.competencies</a:t>
            </a:r>
            <a:r>
              <a:rPr lang="fr-FR" sz="700" dirty="0"/>
              <a:t>)}}</a:t>
            </a:r>
          </a:p>
        </c:rich>
      </c:tx>
      <c:layout>
        <c:manualLayout>
          <c:xMode val="edge"/>
          <c:yMode val="edge"/>
          <c:x val="0.36440469941257347"/>
          <c:y val="0.10954616588419405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>
        <c:manualLayout>
          <c:layoutTarget val="inner"/>
          <c:xMode val="edge"/>
          <c:yMode val="edge"/>
          <c:x val="1.4666666666666666E-2"/>
          <c:y val="2.9518933372765024E-2"/>
          <c:w val="0.97739682539682526"/>
          <c:h val="0.97048106662723499"/>
        </c:manualLayout>
      </c:layout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0A1-4D2E-84DF-E7785581084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0A1-4D2E-84DF-E7785581084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0A1-4D2E-84DF-E7785581084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C0A1-4D2E-84DF-E77855810842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C0A1-4D2E-84DF-E77855810842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C0A1-4D2E-84DF-E77855810842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C0A1-4D2E-84DF-E77855810842}"/>
              </c:ext>
            </c:extLst>
          </c:dPt>
          <c:dPt>
            <c:idx val="7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C0A1-4D2E-84DF-E77855810842}"/>
              </c:ext>
            </c:extLst>
          </c:dPt>
          <c:dPt>
            <c:idx val="8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C0A1-4D2E-84DF-E77855810842}"/>
              </c:ext>
            </c:extLst>
          </c:dPt>
          <c:dPt>
            <c:idx val="9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C0A1-4D2E-84DF-E77855810842}"/>
              </c:ext>
            </c:extLst>
          </c:dPt>
          <c:dPt>
            <c:idx val="1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C0A1-4D2E-84DF-E77855810842}"/>
              </c:ext>
            </c:extLst>
          </c:dPt>
          <c:dPt>
            <c:idx val="1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C0A1-4D2E-84DF-E77855810842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18-C0A1-4D2E-84DF-E7785581084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75"/>
          <c:min val="0"/>
        </c:scaling>
        <c:delete val="1"/>
        <c:axPos val="b"/>
        <c:majorGridlines>
          <c:spPr>
            <a:ln w="6350" cap="flat" cmpd="sng" algn="ctr">
              <a:solidFill>
                <a:srgbClr val="DADADA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1016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400" dirty="0"/>
              <a:t>{{</a:t>
            </a:r>
            <a:r>
              <a:rPr lang="en-US" sz="1400" dirty="0" err="1"/>
              <a:t>pptxChart</a:t>
            </a:r>
            <a:r>
              <a:rPr lang="en-US" sz="1400" dirty="0"/>
              <a:t> data=(</a:t>
            </a:r>
            <a:r>
              <a:rPr lang="en-US" sz="1400" dirty="0" err="1"/>
              <a:t>generateBarChart</a:t>
            </a:r>
            <a:r>
              <a:rPr lang="en-US" sz="1400" dirty="0"/>
              <a:t> </a:t>
            </a:r>
            <a:r>
              <a:rPr lang="en-US" sz="1400" dirty="0" err="1"/>
              <a:t>personality.personalityScale</a:t>
            </a:r>
            <a:r>
              <a:rPr lang="en-US" sz="1400" dirty="0"/>
              <a:t>)}}</a:t>
            </a:r>
            <a:endParaRPr lang="fr-FR" sz="1400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fr-FR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</c:strCache>
            </c:strRef>
          </c:tx>
          <c:spPr>
            <a:solidFill>
              <a:schemeClr val="accent1"/>
            </a:solidFill>
            <a:ln>
              <a:noFill/>
            </a:ln>
            <a:effectLst>
              <a:innerShdw blurRad="38100" dist="23000" dir="5400000">
                <a:srgbClr val="000000">
                  <a:alpha val="35000"/>
                </a:srgbClr>
              </a:innerShdw>
            </a:effectLst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544-4C9A-AAA8-78BBCFD5E8F9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544-4C9A-AAA8-78BBCFD5E8F9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9544-4C9A-AAA8-78BBCFD5E8F9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9544-4C9A-AAA8-78BBCFD5E8F9}"/>
              </c:ext>
            </c:extLst>
          </c:dPt>
          <c:dPt>
            <c:idx val="4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9544-4C9A-AAA8-78BBCFD5E8F9}"/>
              </c:ext>
            </c:extLst>
          </c:dPt>
          <c:dPt>
            <c:idx val="5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B-9544-4C9A-AAA8-78BBCFD5E8F9}"/>
              </c:ext>
            </c:extLst>
          </c:dPt>
          <c:dPt>
            <c:idx val="6"/>
            <c:invertIfNegative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9544-4C9A-AAA8-78BBCFD5E8F9}"/>
              </c:ext>
            </c:extLst>
          </c:dPt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1200" b="0" i="0" u="none" strike="noStrike" kern="1200" baseline="0">
                    <a:solidFill>
                      <a:srgbClr val="1B384D"/>
                    </a:solidFill>
                    <a:latin typeface="Arial"/>
                    <a:ea typeface="+mn-ea"/>
                    <a:cs typeface="+mn-cs"/>
                  </a:defRPr>
                </a:pPr>
                <a:endParaRPr lang="en-150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E-9544-4C9A-AAA8-78BBCFD5E8F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low"/>
        <c:spPr>
          <a:noFill/>
          <a:ln w="12700" cap="flat" cmpd="sng" algn="ctr">
            <a:noFill/>
            <a:prstDash val="solid"/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1" i="0" u="none" strike="noStrike" kern="1200" baseline="0">
                <a:solidFill>
                  <a:srgbClr val="1B384D"/>
                </a:solidFill>
                <a:latin typeface="Arial"/>
                <a:ea typeface="+mn-ea"/>
                <a:cs typeface="+mn-cs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2"/>
          <c:min val="0"/>
        </c:scaling>
        <c:delete val="1"/>
        <c:axPos val="l"/>
        <c:majorGridlines>
          <c:spPr>
            <a:ln w="12700" cap="flat" cmpd="sng" algn="ctr">
              <a:solidFill>
                <a:srgbClr val="FFFFFF"/>
              </a:solidFill>
              <a:prstDash val="solid"/>
              <a:round/>
            </a:ln>
            <a:effectLst/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 w="6350" cap="flat" cmpd="sng" algn="ctr">
      <a:solidFill>
        <a:srgbClr val="285C78"/>
      </a:solidFill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3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personality.professionalScale.managerialPotential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37EA-4805-97EF-6B5CE0B642A8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37EA-4805-97EF-6B5CE0B642A8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37EA-4805-97EF-6B5CE0B642A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personality.professionalScale.serviceOrientation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75E4-4B6F-ABF3-32A4135CC798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5E4-4B6F-ABF3-32A4135CC798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75E4-4B6F-ABF3-32A4135CC79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personality.professionalScale.managerialPotential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8B6-4221-9A89-59DE3DC52335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8B6-4221-9A89-59DE3DC52335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88B6-4221-9A89-59DE3DC523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personality.professionalScale.salesPotential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5E00-4FC6-8725-EE0C0FF805F3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5E00-4FC6-8725-EE0C0FF805F3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5E00-4FC6-8725-EE0C0FF805F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personality.professionalScale.reliability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6AD4-420D-A24C-56C315025B5B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6AD4-420D-A24C-56C315025B5B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6AD4-420D-A24C-56C315025B5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000" b="1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r>
              <a:rPr lang="en-US" sz="100" dirty="0"/>
              <a:t>{{</a:t>
            </a:r>
            <a:r>
              <a:rPr lang="en-US" sz="100" dirty="0" err="1"/>
              <a:t>pptxChart</a:t>
            </a:r>
            <a:r>
              <a:rPr lang="en-US" sz="100" dirty="0"/>
              <a:t> data=(</a:t>
            </a:r>
            <a:r>
              <a:rPr lang="en-US" sz="100" dirty="0" err="1"/>
              <a:t>generatePercentageChart</a:t>
            </a:r>
            <a:r>
              <a:rPr lang="en-US" sz="100" dirty="0"/>
              <a:t> </a:t>
            </a:r>
            <a:r>
              <a:rPr lang="en-US" sz="100" dirty="0" err="1"/>
              <a:t>personality.professionalScale.stressTolerance</a:t>
            </a:r>
            <a:r>
              <a:rPr lang="en-US" sz="100" dirty="0"/>
              <a:t>)}}</a:t>
            </a:r>
            <a:endParaRPr lang="fr-FR" sz="100" dirty="0"/>
          </a:p>
        </c:rich>
      </c:tx>
      <c:overlay val="0"/>
      <c:spPr>
        <a:noFill/>
        <a:ln>
          <a:noFill/>
        </a:ln>
        <a:effectLst/>
      </c:spPr>
    </c:title>
    <c:autoTitleDeleted val="0"/>
    <c:plotArea>
      <c:layout>
        <c:manualLayout>
          <c:layoutTarget val="inner"/>
          <c:xMode val="edge"/>
          <c:yMode val="edge"/>
          <c:x val="0.13455555555555554"/>
          <c:y val="0.13577777777777778"/>
          <c:w val="0.74199999999999999"/>
          <c:h val="0.74199999999999999"/>
        </c:manualLayout>
      </c:layout>
      <c:doughnutChart>
        <c:varyColors val="1"/>
        <c:ser>
          <c:idx val="0"/>
          <c:order val="0"/>
          <c:spPr>
            <a:effectLst/>
          </c:spPr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94D2-43DA-BB15-A05291BE9E86}"/>
              </c:ext>
            </c:extLst>
          </c:dPt>
          <c:dPt>
            <c:idx val="1"/>
            <c:bubble3D val="0"/>
            <c:spPr>
              <a:solidFill>
                <a:schemeClr val="accent1">
                  <a:tint val="3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94D2-43DA-BB15-A05291BE9E86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94D2-43DA-BB15-A05291BE9E8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 w="6350" cap="flat" cmpd="sng" algn="ctr">
      <a:noFill/>
      <a:prstDash val="solid"/>
      <a:miter lim="800000"/>
    </a:ln>
    <a:effectLst/>
  </c:spPr>
  <c:txPr>
    <a:bodyPr/>
    <a:lstStyle/>
    <a:p>
      <a:pPr>
        <a:defRPr/>
      </a:pPr>
      <a:endParaRPr lang="fr-FR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cognitive.quantitativeReasoning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A02-45AA-883C-ACC23485FE4A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A02-45AA-883C-ACC23485FE4A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FA02-45AA-883C-ACC23485FE4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cognitive.businessReasoning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6528-48E3-BC10-65D7CE3EA6DC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528-48E3-BC10-65D7CE3EA6DC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6528-48E3-BC10-65D7CE3EA6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/>
          <a:lstStyle/>
          <a:p>
            <a:pPr>
              <a:defRPr/>
            </a:pPr>
            <a:r>
              <a:rPr lang="en-US" sz="200" dirty="0"/>
              <a:t>{{</a:t>
            </a:r>
            <a:r>
              <a:rPr lang="en-US" sz="200" dirty="0" err="1"/>
              <a:t>pptxChart</a:t>
            </a:r>
            <a:r>
              <a:rPr lang="en-US" sz="200" dirty="0"/>
              <a:t> data=(</a:t>
            </a:r>
            <a:r>
              <a:rPr lang="en-US" sz="200" dirty="0" err="1"/>
              <a:t>generatePercentageChart</a:t>
            </a:r>
            <a:r>
              <a:rPr lang="en-US" sz="200" dirty="0"/>
              <a:t> </a:t>
            </a:r>
            <a:r>
              <a:rPr lang="en-US" sz="200" dirty="0" err="1"/>
              <a:t>cognitive.qualitativeReasoning</a:t>
            </a:r>
            <a:r>
              <a:rPr lang="en-US" sz="200" dirty="0"/>
              <a:t>)}}</a:t>
            </a:r>
            <a:endParaRPr lang="fr-FR" sz="200" dirty="0"/>
          </a:p>
        </c:rich>
      </c:tx>
      <c:overlay val="0"/>
    </c:title>
    <c:autoTitleDeleted val="0"/>
    <c:plotArea>
      <c:layout>
        <c:manualLayout>
          <c:layoutTarget val="inner"/>
          <c:xMode val="edge"/>
          <c:yMode val="edge"/>
          <c:x val="6.6000000000000017E-2"/>
          <c:y val="2.0888888888888898E-2"/>
          <c:w val="0.85688888888888892"/>
          <c:h val="0.85688888888888892"/>
        </c:manualLayout>
      </c:layout>
      <c:doughnutChart>
        <c:varyColors val="1"/>
        <c:ser>
          <c:idx val="0"/>
          <c:order val="0"/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5314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F6D5-4454-9105-9D9107B17867}"/>
              </c:ext>
            </c:extLst>
          </c:dPt>
          <c:dPt>
            <c:idx val="1"/>
            <c:bubble3D val="0"/>
            <c:spPr>
              <a:solidFill>
                <a:srgbClr val="EBEBE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F6D5-4454-9105-9D9107B17867}"/>
              </c:ext>
            </c:extLst>
          </c:dPt>
          <c:val>
            <c:numRef>
              <c:f>Sheet1!#REF!</c:f>
              <c:numCache>
                <c:formatCode>General</c:formatCode>
                <c:ptCount val="1"/>
                <c:pt idx="0">
                  <c:v>1</c:v>
                </c:pt>
              </c:numCache>
            </c:numRef>
          </c:val>
          <c:extLst>
            <c:ext xmlns:c15="http://schemas.microsoft.com/office/drawing/2012/chart" uri="{02D57815-91ED-43cb-92C2-25804820EDAC}">
              <c15:filteredSeriesTitle>
                <c15:tx>
                  <c: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  <c:strCache>
                      <c:ptCount val="1"/>
                      <c:pt idx="0">
                        <c:v>#REF!</c:v>
                      </c:pt>
                    </c:strCache>
                  </c:strRef>
                </c15:tx>
              </c15:filteredSeriesTitle>
            </c:ext>
            <c:ext xmlns:c15="http://schemas.microsoft.com/office/drawing/2012/chart" uri="{02D57815-91ED-43cb-92C2-25804820EDAC}">
              <c15:filteredCategoryTitle>
                <c15:cat>
                  <c:multiLvlStrRef>
                    <c:extLst>
                      <c:ext uri="{02D57815-91ED-43cb-92C2-25804820EDAC}">
                        <c15:formulaRef>
                          <c15:sqref>Sheet1!#REF!</c15:sqref>
                        </c15:formulaRef>
                      </c:ext>
                    </c:extLst>
                  </c:multiLvlStrRef>
                </c15:cat>
              </c15:filteredCategoryTitle>
            </c:ext>
            <c:ext xmlns:c16="http://schemas.microsoft.com/office/drawing/2014/chart" uri="{C3380CC4-5D6E-409C-BE32-E72D297353CC}">
              <c16:uniqueId val="{00000004-F6D5-4454-9105-9D9107B1786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withinLinear" id="18">
  <a:schemeClr val="accent5"/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102">
  <cs:axisTitle>
    <cs:lnRef idx="0"/>
    <cs:fillRef idx="0"/>
    <cs:effectRef idx="0"/>
    <cs:fontRef idx="minor">
      <a:schemeClr val="tx1"/>
    </cs:fontRef>
    <cs:defRPr sz="1000" b="1" kern="1200"/>
  </cs:axisTitle>
  <cs:category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categoryAxis>
  <cs:chartArea mods="allowNoFillOverride allowNoLineOverride">
    <cs:lnRef idx="1">
      <a:schemeClr val="tx1">
        <a:tint val="75000"/>
      </a:schemeClr>
    </cs:lnRef>
    <cs:fillRef idx="1">
      <a:schemeClr val="bg1"/>
    </cs:fillRef>
    <cs:effectRef idx="0"/>
    <cs:fontRef idx="minor">
      <a:schemeClr val="tx1"/>
    </cs:fontRef>
    <cs:spPr>
      <a:ln>
        <a:round/>
      </a:ln>
    </cs:spPr>
    <cs:defRPr sz="1000" kern="1200"/>
  </cs:chartArea>
  <cs:dataLabel>
    <cs:lnRef idx="0"/>
    <cs:fillRef idx="0"/>
    <cs:effectRef idx="0"/>
    <cs:fontRef idx="minor">
      <a:schemeClr val="tx1"/>
    </cs:fontRef>
    <cs:defRPr sz="1000" kern="1200"/>
  </cs:dataLabel>
  <cs:dataLabelCallout>
    <cs:lnRef idx="0"/>
    <cs:fillRef idx="0"/>
    <cs:effectRef idx="0"/>
    <cs:fontRef idx="minor">
      <a:schemeClr val="dk1"/>
    </cs:fontRef>
    <cs:spPr>
      <a:solidFill>
        <a:schemeClr val="lt1"/>
      </a:solidFill>
      <a:ln>
        <a:solidFill>
          <a:schemeClr val="dk1">
            <a:lumMod val="65000"/>
            <a:lumOff val="35000"/>
          </a:schemeClr>
        </a:solidFill>
      </a:ln>
    </cs:spPr>
    <cs:defRPr sz="1000" kern="1200"/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1">
      <cs:styleClr val="auto"/>
    </cs:lnRef>
    <cs:lineWidthScale>3</cs:lineWidthScale>
    <cs:fillRef idx="0"/>
    <cs:effectRef idx="0"/>
    <cs:fontRef idx="minor">
      <a:schemeClr val="tx1"/>
    </cs:fontRef>
    <cs:spPr>
      <a:ln cap="rnd">
        <a:round/>
      </a:ln>
    </cs:spPr>
  </cs:dataPointLine>
  <cs:dataPointMarker>
    <cs:lnRef idx="1">
      <cs:styleClr val="auto"/>
    </cs:lnRef>
    <cs:fillRef idx="1">
      <cs:styleClr val="auto"/>
    </cs:fillRef>
    <cs:effectRef idx="0"/>
    <cs:fontRef idx="minor">
      <a:schemeClr val="tx1"/>
    </cs:fontRef>
    <cs:spPr>
      <a:ln>
        <a:round/>
      </a:ln>
    </cs:spPr>
  </cs:dataPointMarker>
  <cs:dataPointMarkerLayout/>
  <cs:dataPointWireframe>
    <cs:lnRef idx="1">
      <cs:styleClr val="auto"/>
    </cs:lnRef>
    <cs:fillRef idx="0"/>
    <cs:effectRef idx="0"/>
    <cs:fontRef idx="minor">
      <a:schemeClr val="tx1"/>
    </cs:fontRef>
    <cs:spPr>
      <a:ln>
        <a:round/>
      </a:ln>
    </cs:spPr>
  </cs:dataPointWireframe>
  <cs:dataTable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dataTable>
  <cs:downBar>
    <cs:lnRef idx="1">
      <a:schemeClr val="tx1"/>
    </cs:lnRef>
    <cs:fillRef idx="1">
      <a:schemeClr val="dk1">
        <a:tint val="95000"/>
      </a:schemeClr>
    </cs:fillRef>
    <cs:effectRef idx="0"/>
    <cs:fontRef idx="minor">
      <a:schemeClr val="tx1"/>
    </cs:fontRef>
    <cs:spPr>
      <a:ln>
        <a:round/>
      </a:ln>
    </cs:spPr>
  </cs:downBar>
  <cs:drop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dropLine>
  <cs:errorBar>
    <cs:lnRef idx="1">
      <a:schemeClr val="tx1"/>
    </cs:lnRef>
    <cs:fillRef idx="1">
      <a:schemeClr val="tx1"/>
    </cs:fillRef>
    <cs:effectRef idx="0"/>
    <cs:fontRef idx="minor">
      <a:schemeClr val="tx1"/>
    </cs:fontRef>
    <cs:spPr>
      <a:ln>
        <a:round/>
      </a:ln>
    </cs:spPr>
  </cs:errorBar>
  <cs:flo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floor>
  <cs:gridlineMajor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</cs:gridlineMajor>
  <cs:gridlineMinor>
    <cs:lnRef idx="1">
      <a:schemeClr val="tx1">
        <a:tint val="50000"/>
      </a:schemeClr>
    </cs:lnRef>
    <cs:fillRef idx="0"/>
    <cs:effectRef idx="0"/>
    <cs:fontRef idx="minor">
      <a:schemeClr val="tx1"/>
    </cs:fontRef>
    <cs:spPr>
      <a:ln>
        <a:round/>
      </a:ln>
    </cs:spPr>
  </cs:gridlineMinor>
  <cs:hiLo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hiLoLine>
  <cs:leader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leaderLine>
  <cs:legend>
    <cs:lnRef idx="0"/>
    <cs:fillRef idx="0"/>
    <cs:effectRef idx="0"/>
    <cs:fontRef idx="minor">
      <a:schemeClr val="tx1"/>
    </cs:fontRef>
    <cs:defRPr sz="1000" kern="1200"/>
  </cs:legend>
  <cs:plotArea mods="allowNoFillOverride allowNoLineOverride">
    <cs:lnRef idx="0"/>
    <cs:fillRef idx="1">
      <a:schemeClr val="bg1"/>
    </cs:fillRef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seriesAxis>
  <cs:seriesLine>
    <cs:lnRef idx="1">
      <a:schemeClr val="tx1"/>
    </cs:lnRef>
    <cs:fillRef idx="0"/>
    <cs:effectRef idx="0"/>
    <cs:fontRef idx="minor">
      <a:schemeClr val="tx1"/>
    </cs:fontRef>
    <cs:spPr>
      <a:ln>
        <a:round/>
      </a:ln>
    </cs:spPr>
  </cs:seriesLine>
  <cs:title>
    <cs:lnRef idx="0"/>
    <cs:fillRef idx="0"/>
    <cs:effectRef idx="0"/>
    <cs:fontRef idx="minor">
      <a:schemeClr val="tx1"/>
    </cs:fontRef>
    <cs:defRPr sz="1800" b="1" kern="1200"/>
  </cs:title>
  <cs:trendline>
    <cs:lnRef idx="1">
      <a:schemeClr val="tx1"/>
    </cs:lnRef>
    <cs:fillRef idx="0"/>
    <cs:effectRef idx="0"/>
    <cs:fontRef idx="minor">
      <a:schemeClr val="tx1"/>
    </cs:fontRef>
    <cs:spPr>
      <a:ln cap="rnd">
        <a:round/>
      </a:ln>
    </cs:spPr>
  </cs:trendline>
  <cs:trendlineLabel>
    <cs:lnRef idx="0"/>
    <cs:fillRef idx="0"/>
    <cs:effectRef idx="0"/>
    <cs:fontRef idx="minor">
      <a:schemeClr val="tx1"/>
    </cs:fontRef>
    <cs:defRPr sz="1000" kern="1200"/>
  </cs:trendlineLabel>
  <cs:upBar>
    <cs:lnRef idx="1">
      <a:schemeClr val="tx1"/>
    </cs:lnRef>
    <cs:fillRef idx="1">
      <a:schemeClr val="dk1">
        <a:tint val="5000"/>
      </a:schemeClr>
    </cs:fillRef>
    <cs:effectRef idx="0"/>
    <cs:fontRef idx="minor">
      <a:schemeClr val="tx1"/>
    </cs:fontRef>
    <cs:spPr>
      <a:ln>
        <a:round/>
      </a:ln>
    </cs:spPr>
  </cs:upBar>
  <cs:valueAxis>
    <cs:lnRef idx="1">
      <a:schemeClr val="tx1">
        <a:tint val="75000"/>
      </a:schemeClr>
    </cs:lnRef>
    <cs:fillRef idx="0"/>
    <cs:effectRef idx="0"/>
    <cs:fontRef idx="minor">
      <a:schemeClr val="tx1"/>
    </cs:fontRef>
    <cs:spPr>
      <a:ln>
        <a:round/>
      </a:ln>
    </cs:spPr>
    <cs:defRPr sz="1000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608177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/>
          <a:p>
            <a:pPr indent="0">
              <a:buNone/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F787E36-E826-4AE4-B0C9-FD25A12F039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fr-FR" sz="1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79657-95B4-9FEC-2B42-F734E31B2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F4B96AA-6478-19BD-D2AC-1D736571EF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1DC622-D230-57B1-129D-5063592E5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D0E46-083A-B06B-A26E-78288782B7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9533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CB778A-5FCA-7CD8-9A72-DD04A9CB64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357BE5-4DE2-1D5B-7169-878E31DF55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D33594B-2378-E9D7-3BFB-A87CB35853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9CE220-565F-27C8-2297-9D6F63F774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14819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DC3CF7-5191-1DF6-6E05-8249E1168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E83B4-6704-468B-234A-A01D914F1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6009328-F137-A3DE-A65C-8A75CF15C3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A6CD1A-06E2-1B14-0D59-323A9EF02AD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5787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26EA32-5D2D-23BB-7846-AFF173B4F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E86856-CAA7-4916-CBC5-219D3B7C9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673C5F-78B2-A62E-2D52-7F2E36114C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3E648D-C5BE-83B7-86BB-13AAEB6B6DC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571343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598138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chart" Target="../charts/chart4.xml"/><Relationship Id="rId3" Type="http://schemas.openxmlformats.org/officeDocument/2006/relationships/image" Target="../media/image5.png"/><Relationship Id="rId7" Type="http://schemas.openxmlformats.org/officeDocument/2006/relationships/chart" Target="../charts/chart3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.xml"/><Relationship Id="rId5" Type="http://schemas.openxmlformats.org/officeDocument/2006/relationships/chart" Target="../charts/chart1.xml"/><Relationship Id="rId10" Type="http://schemas.openxmlformats.org/officeDocument/2006/relationships/chart" Target="../charts/chart6.xml"/><Relationship Id="rId4" Type="http://schemas.openxmlformats.org/officeDocument/2006/relationships/image" Target="../media/image2.jpeg"/><Relationship Id="rId9" Type="http://schemas.openxmlformats.org/officeDocument/2006/relationships/chart" Target="../charts/char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jpeg"/><Relationship Id="rId5" Type="http://schemas.openxmlformats.org/officeDocument/2006/relationships/chart" Target="../charts/char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chart" Target="../charts/char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0.xml"/><Relationship Id="rId4" Type="http://schemas.openxmlformats.org/officeDocument/2006/relationships/image" Target="../media/image2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chart" Target="../charts/chart15.xml"/><Relationship Id="rId3" Type="http://schemas.openxmlformats.org/officeDocument/2006/relationships/image" Target="../media/image18.png"/><Relationship Id="rId7" Type="http://schemas.openxmlformats.org/officeDocument/2006/relationships/chart" Target="../charts/chart14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13.xml"/><Relationship Id="rId5" Type="http://schemas.openxmlformats.org/officeDocument/2006/relationships/image" Target="../media/image19.jpeg"/><Relationship Id="rId10" Type="http://schemas.openxmlformats.org/officeDocument/2006/relationships/chart" Target="../charts/chart17.xml"/><Relationship Id="rId4" Type="http://schemas.openxmlformats.org/officeDocument/2006/relationships/chart" Target="../charts/chart12.xml"/><Relationship Id="rId9" Type="http://schemas.openxmlformats.org/officeDocument/2006/relationships/chart" Target="../charts/char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chart" Target="../charts/chart20.xml"/><Relationship Id="rId5" Type="http://schemas.openxmlformats.org/officeDocument/2006/relationships/chart" Target="../charts/chart19.xml"/><Relationship Id="rId4" Type="http://schemas.openxmlformats.org/officeDocument/2006/relationships/chart" Target="../charts/char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person touching a screen with icons&#10;&#10;AI-generated content may be incorrect.">
            <a:extLst>
              <a:ext uri="{FF2B5EF4-FFF2-40B4-BE49-F238E27FC236}">
                <a16:creationId xmlns:a16="http://schemas.microsoft.com/office/drawing/2014/main" id="{5423DB9C-DBD0-3F16-536F-50DB24978C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2834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Competency Assessment Report</a:t>
            </a:r>
            <a:endParaRPr lang="en-US" sz="2400" dirty="0"/>
          </a:p>
        </p:txBody>
      </p:sp>
      <p:sp>
        <p:nvSpPr>
          <p:cNvPr id="4" name="Text 1"/>
          <p:cNvSpPr/>
          <p:nvPr/>
        </p:nvSpPr>
        <p:spPr>
          <a:xfrm>
            <a:off x="45720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Name: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325880" y="33832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457200" y="393192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49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Position: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2468880" y="393192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2000" b="1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/>
          <p:nvPr/>
        </p:nvSpPr>
        <p:spPr>
          <a:xfrm>
            <a:off x="457200" y="45720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100" dirty="0">
              <a:solidFill>
                <a:srgbClr val="0070C0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AB32DDC-C92B-B676-8DAA-64EBBB9EAC71}"/>
              </a:ext>
            </a:extLst>
          </p:cNvPr>
          <p:cNvSpPr txBox="1"/>
          <p:nvPr/>
        </p:nvSpPr>
        <p:spPr>
          <a:xfrm>
            <a:off x="961390" y="3952293"/>
            <a:ext cx="583311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2000" b="1" u="none" strike="noStrike" dirty="0">
                <a:solidFill>
                  <a:srgbClr val="3A729A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2000" b="1" dirty="0" err="1">
                <a:solidFill>
                  <a:srgbClr val="3A729A"/>
                </a:solidFill>
                <a:latin typeface="Arial"/>
              </a:rPr>
              <a:t>assessmentName</a:t>
            </a:r>
            <a:r>
              <a:rPr lang="en-US" sz="2000" b="1" dirty="0">
                <a:solidFill>
                  <a:srgbClr val="3A729A"/>
                </a:solidFill>
                <a:latin typeface="Arial"/>
              </a:rPr>
              <a:t>}}</a:t>
            </a:r>
            <a:endParaRPr lang="fr-FR" sz="2000" b="0" u="none" strike="noStrike" dirty="0">
              <a:solidFill>
                <a:srgbClr val="3A729A"/>
              </a:solidFill>
              <a:effectLst/>
              <a:uFillTx/>
              <a:latin typeface="Arial"/>
            </a:endParaRPr>
          </a:p>
        </p:txBody>
      </p:sp>
      <p:sp>
        <p:nvSpPr>
          <p:cNvPr id="2" name="Text 2">
            <a:extLst>
              <a:ext uri="{FF2B5EF4-FFF2-40B4-BE49-F238E27FC236}">
                <a16:creationId xmlns:a16="http://schemas.microsoft.com/office/drawing/2014/main" id="{7BE052AD-1B32-2C56-5AC9-F46534131019}"/>
              </a:ext>
            </a:extLst>
          </p:cNvPr>
          <p:cNvSpPr/>
          <p:nvPr/>
        </p:nvSpPr>
        <p:spPr>
          <a:xfrm>
            <a:off x="1313180" y="353568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{{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 {{ 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firstCharUpper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 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Microsoft YaHei"/>
                <a:cs typeface="Arial" panose="020B0604020202020204" pitchFamily="34" charset="0"/>
              </a:rPr>
              <a:t> </a:t>
            </a:r>
            <a:r>
              <a:rPr lang="en-US" sz="2000" b="1" dirty="0" err="1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lastName</a:t>
            </a:r>
            <a:r>
              <a:rPr lang="en-US" sz="2000" b="1" dirty="0">
                <a:solidFill>
                  <a:srgbClr val="3A729A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}}</a:t>
            </a:r>
            <a:endParaRPr lang="fr-FR" sz="2000" dirty="0">
              <a:solidFill>
                <a:srgbClr val="3A729A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000" dirty="0">
              <a:solidFill>
                <a:srgbClr val="3A729A"/>
              </a:solidFill>
            </a:endParaRPr>
          </a:p>
        </p:txBody>
      </p:sp>
      <p:grpSp>
        <p:nvGrpSpPr>
          <p:cNvPr id="10" name="Group 2">
            <a:extLst>
              <a:ext uri="{FF2B5EF4-FFF2-40B4-BE49-F238E27FC236}">
                <a16:creationId xmlns:a16="http://schemas.microsoft.com/office/drawing/2014/main" id="{6124C503-25EE-65D4-8491-C379C0243117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2AC33729-5A43-8218-E1A5-181997BBF0ED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8AC988F1-EFCD-F388-28F2-8789E2CD7FE4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_next/static/media/Intro2.b4340a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64B9868-D10C-EFF0-7FB5-BD68CEEA0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2" name="Text 0">
            <a:extLst>
              <a:ext uri="{FF2B5EF4-FFF2-40B4-BE49-F238E27FC236}">
                <a16:creationId xmlns:a16="http://schemas.microsoft.com/office/drawing/2014/main" id="{915D5A41-8F3A-57F6-5399-32C295F545D1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37" descr="A screenshot of a computer&#10;&#10;AI-generated content may be incorrect."/>
          <p:cNvPicPr/>
          <p:nvPr/>
        </p:nvPicPr>
        <p:blipFill>
          <a:blip r:embed="rId3"/>
          <a:stretch/>
        </p:blipFill>
        <p:spPr>
          <a:xfrm>
            <a:off x="0" y="30217"/>
            <a:ext cx="9131040" cy="5139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Text 0"/>
          <p:cNvSpPr/>
          <p:nvPr/>
        </p:nvSpPr>
        <p:spPr>
          <a:xfrm>
            <a:off x="91440" y="4754880"/>
            <a:ext cx="45252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</a:pPr>
            <a:r>
              <a:rPr lang="en-US" sz="800" b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</a:t>
            </a:r>
            <a:endParaRPr lang="fr-FR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4"/>
          <p:cNvSpPr/>
          <p:nvPr/>
        </p:nvSpPr>
        <p:spPr>
          <a:xfrm>
            <a:off x="6446520" y="1028880"/>
            <a:ext cx="2281320" cy="864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7"/>
          <p:cNvSpPr/>
          <p:nvPr/>
        </p:nvSpPr>
        <p:spPr>
          <a:xfrm>
            <a:off x="144360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Overall Score</a:t>
            </a: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8"/>
          <p:cNvSpPr/>
          <p:nvPr/>
        </p:nvSpPr>
        <p:spPr>
          <a:xfrm>
            <a:off x="3600000" y="3060000"/>
            <a:ext cx="141768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19"/>
          <p:cNvSpPr/>
          <p:nvPr/>
        </p:nvSpPr>
        <p:spPr>
          <a:xfrm>
            <a:off x="2632320" y="3859532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assessment.[1].name}}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{{assessment.[1].name}} Score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300" b="1" u="none" strike="noStrike" dirty="0">
              <a:solidFill>
                <a:srgbClr val="153148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21"/>
          <p:cNvSpPr/>
          <p:nvPr/>
        </p:nvSpPr>
        <p:spPr>
          <a:xfrm>
            <a:off x="382104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4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assessment.[2].name}}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{{assessment.[2].name}} Score</a:t>
            </a:r>
            <a:r>
              <a:rPr lang="en-US" sz="4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400" b="1" dirty="0">
              <a:solidFill>
                <a:srgbClr val="153148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23"/>
          <p:cNvSpPr/>
          <p:nvPr/>
        </p:nvSpPr>
        <p:spPr>
          <a:xfrm>
            <a:off x="5009760" y="3850006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assessment.[3].name}}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{{assessment.[3].name}}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4"/>
          <p:cNvSpPr/>
          <p:nvPr/>
        </p:nvSpPr>
        <p:spPr>
          <a:xfrm>
            <a:off x="6768000" y="3960000"/>
            <a:ext cx="116640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25"/>
          <p:cNvSpPr/>
          <p:nvPr/>
        </p:nvSpPr>
        <p:spPr>
          <a:xfrm>
            <a:off x="6198480" y="3840480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r>
              <a:rPr lang="en-US" sz="900" b="1" dirty="0">
                <a:solidFill>
                  <a:srgbClr val="183349"/>
                </a:solidFill>
                <a:latin typeface="Arial"/>
              </a:rPr>
              <a:t> </a:t>
            </a:r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assessment.[4].name}}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{{assessment.[4].name}}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26"/>
          <p:cNvSpPr/>
          <p:nvPr/>
        </p:nvSpPr>
        <p:spPr>
          <a:xfrm>
            <a:off x="7920000" y="3960000"/>
            <a:ext cx="1256760" cy="452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27"/>
          <p:cNvSpPr/>
          <p:nvPr/>
        </p:nvSpPr>
        <p:spPr>
          <a:xfrm>
            <a:off x="7387200" y="3826191"/>
            <a:ext cx="1366920" cy="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-44280" rIns="90000" bIns="-44280" anchor="ctr">
            <a:noAutofit/>
          </a:bodyPr>
          <a:lstStyle/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en-US" sz="300" b="1" dirty="0">
              <a:solidFill>
                <a:srgbClr val="153148"/>
              </a:solidFill>
              <a:latin typeface="Arial"/>
            </a:endParaRPr>
          </a:p>
          <a:p>
            <a:pPr algn="ctr"/>
            <a:r>
              <a:rPr lang="en-US" sz="300" b="1" dirty="0">
                <a:solidFill>
                  <a:srgbClr val="153148"/>
                </a:solidFill>
                <a:latin typeface="Arial"/>
              </a:rPr>
              <a:t>{{#if assessment.[5].name}} </a:t>
            </a:r>
            <a:r>
              <a:rPr lang="en-US" sz="800" b="1" dirty="0">
                <a:solidFill>
                  <a:srgbClr val="153148"/>
                </a:solidFill>
                <a:latin typeface="Arial"/>
              </a:rPr>
              <a:t>{{assessment.[5].name}} Score</a:t>
            </a:r>
            <a:r>
              <a:rPr lang="en-US" sz="500" b="1" dirty="0">
                <a:solidFill>
                  <a:srgbClr val="153148"/>
                </a:solidFill>
                <a:latin typeface="Arial"/>
              </a:rPr>
              <a:t>{{/if}}</a:t>
            </a:r>
            <a:endParaRPr lang="fr-FR" sz="500" b="1" dirty="0">
              <a:solidFill>
                <a:srgbClr val="153148"/>
              </a:solidFill>
              <a:latin typeface="Arial"/>
            </a:endParaRPr>
          </a:p>
          <a:p>
            <a:pPr algn="ctr"/>
            <a:endParaRPr lang="fr-FR" sz="1000" dirty="0">
              <a:solidFill>
                <a:srgbClr val="000000"/>
              </a:solidFill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endParaRPr lang="fr-FR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473040" y="712080"/>
            <a:ext cx="2738520" cy="223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1" name="Text 1"/>
          <p:cNvSpPr/>
          <p:nvPr/>
        </p:nvSpPr>
        <p:spPr>
          <a:xfrm>
            <a:off x="2788920" y="106992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 {{ 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firstCharUpper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  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Calibri"/>
                <a:ea typeface="Microsoft YaHei"/>
              </a:rPr>
              <a:t> 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lastName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2"/>
          <p:cNvSpPr/>
          <p:nvPr/>
        </p:nvSpPr>
        <p:spPr>
          <a:xfrm>
            <a:off x="2788920" y="1340640"/>
            <a:ext cx="2144160" cy="209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roleName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  <a:ea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3"/>
          <p:cNvSpPr/>
          <p:nvPr/>
        </p:nvSpPr>
        <p:spPr>
          <a:xfrm>
            <a:off x="2788920" y="1611720"/>
            <a:ext cx="2144160" cy="240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{{</a:t>
            </a:r>
            <a:r>
              <a:rPr lang="en-US" sz="1000" b="1" u="none" strike="noStrike" dirty="0" err="1">
                <a:solidFill>
                  <a:srgbClr val="183349"/>
                </a:solidFill>
                <a:effectLst/>
                <a:uFillTx/>
                <a:latin typeface="Arial"/>
              </a:rPr>
              <a:t>assessmentName</a:t>
            </a: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/>
              </a:rPr>
              <a:t>}}</a:t>
            </a:r>
            <a:endParaRPr lang="fr-FR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24"/>
          <p:cNvSpPr/>
          <p:nvPr/>
        </p:nvSpPr>
        <p:spPr>
          <a:xfrm>
            <a:off x="4626360" y="491760"/>
            <a:ext cx="640800" cy="641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spAutoFit/>
          </a:bodyPr>
          <a:lstStyle/>
          <a:p>
            <a:pPr algn="ctr" defTabSz="914400">
              <a:lnSpc>
                <a:spcPct val="100000"/>
              </a:lnSpc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5"/>
          <p:cNvSpPr/>
          <p:nvPr/>
        </p:nvSpPr>
        <p:spPr>
          <a:xfrm>
            <a:off x="1371600" y="2148840"/>
            <a:ext cx="7127640" cy="118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pos="0" algn="l"/>
              </a:tabLs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404000" y="1980000"/>
            <a:ext cx="7199640" cy="10051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36000" rIns="90000" bIns="45000" anchor="t">
            <a:spAutoFit/>
          </a:bodyPr>
          <a:lstStyle/>
          <a:p>
            <a:pPr>
              <a:spcBef>
                <a:spcPts val="1191"/>
              </a:spcBef>
              <a:spcAft>
                <a:spcPts val="992"/>
              </a:spcAft>
            </a:pPr>
            <a:r>
              <a:rPr lang="en-US" sz="10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{{ternary (eq gender "Female")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Mrs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has secured the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overallLevelName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Level of the role 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1200" b="1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assessmentName</a:t>
            </a:r>
            <a:r>
              <a:rPr lang="en-US" sz="1200" b="1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with an Overall Score of {{</a:t>
            </a:r>
            <a:r>
              <a:rPr lang="en-US" sz="1200" u="none" strike="noStrike" dirty="0" err="1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overallScore</a:t>
            </a:r>
            <a:r>
              <a:rPr lang="en-US" sz="1200" u="none" strike="noStrike" dirty="0">
                <a:solidFill>
                  <a:srgbClr val="183349"/>
                </a:solidFill>
                <a:effectLst/>
                <a:uFillTx/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}}%</a:t>
            </a:r>
            <a:r>
              <a:rPr lang="en-US" sz="1200" dirty="0">
                <a:solidFill>
                  <a:srgbClr val="183349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. {{ ternary (eq gender "Female") "She" "He" }} Scored 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assessment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competencyHighlights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competencyImprovements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technical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behavioral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 {{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developmentPlanSentence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fr-FR" sz="1200" dirty="0" err="1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gender</a:t>
            </a:r>
            <a:r>
              <a:rPr lang="fr-FR" sz="1200" dirty="0">
                <a:solidFill>
                  <a:srgbClr val="153148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40000" y="2880000"/>
            <a:ext cx="3238200" cy="823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endParaRPr lang="fr-F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2">
            <a:extLst>
              <a:ext uri="{FF2B5EF4-FFF2-40B4-BE49-F238E27FC236}">
                <a16:creationId xmlns:a16="http://schemas.microsoft.com/office/drawing/2014/main" id="{D1BE41C0-0358-44AF-0E0E-779BDB6DEF26}"/>
              </a:ext>
            </a:extLst>
          </p:cNvPr>
          <p:cNvGrpSpPr/>
          <p:nvPr/>
        </p:nvGrpSpPr>
        <p:grpSpPr>
          <a:xfrm>
            <a:off x="8297897" y="32778"/>
            <a:ext cx="769371" cy="553104"/>
            <a:chOff x="1688760" y="3975120"/>
            <a:chExt cx="1111320" cy="904680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C2C873BC-3476-0DF8-97B3-584E9ADB6A3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6ECE6382-EF4D-C916-1E41-D37407783836}"/>
                </a:ext>
              </a:extLst>
            </p:cNvPr>
            <p:cNvSpPr/>
            <p:nvPr/>
          </p:nvSpPr>
          <p:spPr>
            <a:xfrm>
              <a:off x="1688760" y="4025162"/>
              <a:ext cx="1086480" cy="83467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{{#if logo1}}{{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pptxImage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src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=logo1 </a:t>
              </a:r>
              <a:r>
                <a:rPr lang="en-US" sz="600" b="0" u="none" strike="noStrike" dirty="0" err="1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usePlaceholderSize</a:t>
              </a:r>
              <a:r>
                <a:rPr lang="en-US" sz="6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  <a:ea typeface="Microsoft YaHei"/>
                </a:rPr>
                <a:t>=true}}{{/if}}</a:t>
              </a: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</a:pPr>
              <a:endParaRPr lang="fr-FR" sz="6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2">
            <a:extLst>
              <a:ext uri="{FF2B5EF4-FFF2-40B4-BE49-F238E27FC236}">
                <a16:creationId xmlns:a16="http://schemas.microsoft.com/office/drawing/2014/main" id="{51BAF163-0B30-B2D2-09D7-379EBC1D3EB6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2" name="Picture 3">
              <a:extLst>
                <a:ext uri="{FF2B5EF4-FFF2-40B4-BE49-F238E27FC236}">
                  <a16:creationId xmlns:a16="http://schemas.microsoft.com/office/drawing/2014/main" id="{559694BF-1F71-3617-CA5B-2C735B53107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3" name="TextBox 3">
              <a:extLst>
                <a:ext uri="{FF2B5EF4-FFF2-40B4-BE49-F238E27FC236}">
                  <a16:creationId xmlns:a16="http://schemas.microsoft.com/office/drawing/2014/main" id="{EF3DA0ED-CC31-1087-49A8-B59124704FA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4" name="Group 2">
            <a:extLst>
              <a:ext uri="{FF2B5EF4-FFF2-40B4-BE49-F238E27FC236}">
                <a16:creationId xmlns:a16="http://schemas.microsoft.com/office/drawing/2014/main" id="{C964C682-7D45-F5EA-A5AE-6F9BC3EA8418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65" name="Picture 3">
              <a:extLst>
                <a:ext uri="{FF2B5EF4-FFF2-40B4-BE49-F238E27FC236}">
                  <a16:creationId xmlns:a16="http://schemas.microsoft.com/office/drawing/2014/main" id="{7FB5E328-2791-0D0C-2BC9-87B958D2EB0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6" name="TextBox 3">
              <a:extLst>
                <a:ext uri="{FF2B5EF4-FFF2-40B4-BE49-F238E27FC236}">
                  <a16:creationId xmlns:a16="http://schemas.microsoft.com/office/drawing/2014/main" id="{23E65F14-408C-D211-A1A7-BA35F8D0F7D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67" name="Group 2">
            <a:extLst>
              <a:ext uri="{FF2B5EF4-FFF2-40B4-BE49-F238E27FC236}">
                <a16:creationId xmlns:a16="http://schemas.microsoft.com/office/drawing/2014/main" id="{0D7CEF90-D752-01A4-E0F2-1B3903C8E23E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68" name="Picture 3">
              <a:extLst>
                <a:ext uri="{FF2B5EF4-FFF2-40B4-BE49-F238E27FC236}">
                  <a16:creationId xmlns:a16="http://schemas.microsoft.com/office/drawing/2014/main" id="{14FEE2C8-07E3-5264-FC68-5F25D0A8C42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9" name="TextBox 3">
              <a:extLst>
                <a:ext uri="{FF2B5EF4-FFF2-40B4-BE49-F238E27FC236}">
                  <a16:creationId xmlns:a16="http://schemas.microsoft.com/office/drawing/2014/main" id="{5F622532-96AC-B89F-7FEE-FB1330F1879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0" name="Group 2">
            <a:extLst>
              <a:ext uri="{FF2B5EF4-FFF2-40B4-BE49-F238E27FC236}">
                <a16:creationId xmlns:a16="http://schemas.microsoft.com/office/drawing/2014/main" id="{1D0CCE6C-DABB-FFE1-8BBE-FC69B1CAF05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71" name="Picture 3">
              <a:extLst>
                <a:ext uri="{FF2B5EF4-FFF2-40B4-BE49-F238E27FC236}">
                  <a16:creationId xmlns:a16="http://schemas.microsoft.com/office/drawing/2014/main" id="{E49779AE-E43E-8443-F41F-E35F4E6B90C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2" name="TextBox 3">
              <a:extLst>
                <a:ext uri="{FF2B5EF4-FFF2-40B4-BE49-F238E27FC236}">
                  <a16:creationId xmlns:a16="http://schemas.microsoft.com/office/drawing/2014/main" id="{9E542339-B654-612B-DB27-2EEE7E1CF0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3" name="Group 2">
            <a:extLst>
              <a:ext uri="{FF2B5EF4-FFF2-40B4-BE49-F238E27FC236}">
                <a16:creationId xmlns:a16="http://schemas.microsoft.com/office/drawing/2014/main" id="{A959619C-6A30-844F-10BA-B16F84E6215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74" name="Picture 3">
              <a:extLst>
                <a:ext uri="{FF2B5EF4-FFF2-40B4-BE49-F238E27FC236}">
                  <a16:creationId xmlns:a16="http://schemas.microsoft.com/office/drawing/2014/main" id="{53CC1B62-3419-460E-258B-1F987345A8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5" name="TextBox 3">
              <a:extLst>
                <a:ext uri="{FF2B5EF4-FFF2-40B4-BE49-F238E27FC236}">
                  <a16:creationId xmlns:a16="http://schemas.microsoft.com/office/drawing/2014/main" id="{6A25B79C-1879-D694-6A1C-D9406439943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DEC30EF0-D1F8-2765-3C18-D230C70FCAE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32094651"/>
              </p:ext>
            </p:extLst>
          </p:nvPr>
        </p:nvGraphicFramePr>
        <p:xfrm>
          <a:off x="2867197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6057618C-CFD7-1CC6-CA86-B4E223473A5F}"/>
              </a:ext>
            </a:extLst>
          </p:cNvPr>
          <p:cNvSpPr txBox="1"/>
          <p:nvPr/>
        </p:nvSpPr>
        <p:spPr>
          <a:xfrm>
            <a:off x="3144960" y="4284000"/>
            <a:ext cx="9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assessment.[1].score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5" name="Chart 0">
            <a:extLst>
              <a:ext uri="{FF2B5EF4-FFF2-40B4-BE49-F238E27FC236}">
                <a16:creationId xmlns:a16="http://schemas.microsoft.com/office/drawing/2014/main" id="{1B668CF1-7F26-F498-EC65-2637BEC0525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68416961"/>
              </p:ext>
            </p:extLst>
          </p:nvPr>
        </p:nvGraphicFramePr>
        <p:xfrm>
          <a:off x="4022708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8" name="Chart 0">
            <a:extLst>
              <a:ext uri="{FF2B5EF4-FFF2-40B4-BE49-F238E27FC236}">
                <a16:creationId xmlns:a16="http://schemas.microsoft.com/office/drawing/2014/main" id="{8EB795DD-66CB-CE22-B9F6-90139EED596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8588887"/>
              </p:ext>
            </p:extLst>
          </p:nvPr>
        </p:nvGraphicFramePr>
        <p:xfrm>
          <a:off x="5213546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0" name="Chart 0">
            <a:extLst>
              <a:ext uri="{FF2B5EF4-FFF2-40B4-BE49-F238E27FC236}">
                <a16:creationId xmlns:a16="http://schemas.microsoft.com/office/drawing/2014/main" id="{AD3A71F2-A9A9-0B91-A37E-F3E1A9748F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25090011"/>
              </p:ext>
            </p:extLst>
          </p:nvPr>
        </p:nvGraphicFramePr>
        <p:xfrm>
          <a:off x="6461628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3" name="Chart 0">
            <a:extLst>
              <a:ext uri="{FF2B5EF4-FFF2-40B4-BE49-F238E27FC236}">
                <a16:creationId xmlns:a16="http://schemas.microsoft.com/office/drawing/2014/main" id="{8B991A41-EAE6-8FAB-C758-4FB04D9B51C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3876964"/>
              </p:ext>
            </p:extLst>
          </p:nvPr>
        </p:nvGraphicFramePr>
        <p:xfrm>
          <a:off x="7583700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sp>
        <p:nvSpPr>
          <p:cNvPr id="39" name="TextBox 38">
            <a:extLst>
              <a:ext uri="{FF2B5EF4-FFF2-40B4-BE49-F238E27FC236}">
                <a16:creationId xmlns:a16="http://schemas.microsoft.com/office/drawing/2014/main" id="{DBF353AE-51AC-5058-46C3-D6EFE5440C24}"/>
              </a:ext>
            </a:extLst>
          </p:cNvPr>
          <p:cNvSpPr txBox="1"/>
          <p:nvPr/>
        </p:nvSpPr>
        <p:spPr>
          <a:xfrm>
            <a:off x="4322754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assessment.[2].score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8B79400-932D-70A8-9619-BA496DE21FBF}"/>
              </a:ext>
            </a:extLst>
          </p:cNvPr>
          <p:cNvSpPr txBox="1"/>
          <p:nvPr/>
        </p:nvSpPr>
        <p:spPr>
          <a:xfrm>
            <a:off x="5507653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assessment.[3].score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98B27F6-5DBC-DB1B-D37C-945C45415B37}"/>
              </a:ext>
            </a:extLst>
          </p:cNvPr>
          <p:cNvSpPr txBox="1"/>
          <p:nvPr/>
        </p:nvSpPr>
        <p:spPr>
          <a:xfrm>
            <a:off x="6761787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assessment.[4].score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0ABF013-2D21-055C-A74F-8C8939B65114}"/>
              </a:ext>
            </a:extLst>
          </p:cNvPr>
          <p:cNvSpPr txBox="1"/>
          <p:nvPr/>
        </p:nvSpPr>
        <p:spPr>
          <a:xfrm>
            <a:off x="7868795" y="4284000"/>
            <a:ext cx="90000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en-US" sz="300" b="1" dirty="0">
                <a:solidFill>
                  <a:srgbClr val="153148"/>
                </a:solidFill>
                <a:latin typeface="Arial"/>
              </a:rPr>
              <a:t>assessment.[5].score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BD72DA9-1089-CF97-04E2-4B38D00E85E7}"/>
              </a:ext>
            </a:extLst>
          </p:cNvPr>
          <p:cNvSpPr txBox="1"/>
          <p:nvPr/>
        </p:nvSpPr>
        <p:spPr>
          <a:xfrm>
            <a:off x="1952300" y="4284000"/>
            <a:ext cx="7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200" b="1" dirty="0">
                <a:solidFill>
                  <a:srgbClr val="285C78"/>
                </a:solidFill>
              </a:rPr>
              <a:t>{{</a:t>
            </a:r>
            <a:r>
              <a:rPr lang="fr-FR" sz="300" b="1" dirty="0" err="1">
                <a:solidFill>
                  <a:srgbClr val="285C78"/>
                </a:solidFill>
              </a:rPr>
              <a:t>overallScore</a:t>
            </a:r>
            <a:r>
              <a:rPr lang="fr-FR" sz="1200" b="1" dirty="0">
                <a:solidFill>
                  <a:srgbClr val="285C78"/>
                </a:solidFill>
              </a:rPr>
              <a:t>}}%</a:t>
            </a:r>
          </a:p>
          <a:p>
            <a:pPr marL="0" indent="0">
              <a:buNone/>
            </a:pPr>
            <a:endParaRPr lang="en-US" sz="1800" dirty="0"/>
          </a:p>
        </p:txBody>
      </p:sp>
      <p:graphicFrame>
        <p:nvGraphicFramePr>
          <p:cNvPr id="27" name="Chart 0">
            <a:extLst>
              <a:ext uri="{FF2B5EF4-FFF2-40B4-BE49-F238E27FC236}">
                <a16:creationId xmlns:a16="http://schemas.microsoft.com/office/drawing/2014/main" id="{49A86CD2-094F-12F5-5F0C-E3A5EC80E66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3860774"/>
              </p:ext>
            </p:extLst>
          </p:nvPr>
        </p:nvGraphicFramePr>
        <p:xfrm>
          <a:off x="1680552" y="3960000"/>
          <a:ext cx="1018495" cy="100341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26462E0-9001-F38B-E66F-8E57CB4F4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020" y="0"/>
            <a:ext cx="9135880" cy="5143500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5</a:t>
            </a:r>
            <a:endParaRPr lang="en-US" sz="8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A49E54A-F949-2255-3559-E34FC29A96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9859" y="592510"/>
            <a:ext cx="745382" cy="288177"/>
          </a:xfrm>
          <a:prstGeom prst="rect">
            <a:avLst/>
          </a:prstGeom>
        </p:spPr>
      </p:pic>
      <p:sp>
        <p:nvSpPr>
          <p:cNvPr id="13" name="Text 11">
            <a:extLst>
              <a:ext uri="{FF2B5EF4-FFF2-40B4-BE49-F238E27FC236}">
                <a16:creationId xmlns:a16="http://schemas.microsoft.com/office/drawing/2014/main" id="{31F485E7-9886-E7CA-0642-380DAD53C0BA}"/>
              </a:ext>
            </a:extLst>
          </p:cNvPr>
          <p:cNvSpPr/>
          <p:nvPr/>
        </p:nvSpPr>
        <p:spPr>
          <a:xfrm>
            <a:off x="5109021" y="598573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5">
            <a:extLst>
              <a:ext uri="{FF2B5EF4-FFF2-40B4-BE49-F238E27FC236}">
                <a16:creationId xmlns:a16="http://schemas.microsoft.com/office/drawing/2014/main" id="{EC744D51-BC5F-9029-0251-76391CA043FF}"/>
              </a:ext>
            </a:extLst>
          </p:cNvPr>
          <p:cNvSpPr/>
          <p:nvPr/>
        </p:nvSpPr>
        <p:spPr>
          <a:xfrm>
            <a:off x="6752698" y="1213659"/>
            <a:ext cx="745382" cy="28401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900" dirty="0">
              <a:solidFill>
                <a:schemeClr val="bg1"/>
              </a:solidFill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E51F55AD-2321-6E2C-7792-ABD0A7F6B1F1}"/>
              </a:ext>
            </a:extLst>
          </p:cNvPr>
          <p:cNvSpPr/>
          <p:nvPr/>
        </p:nvSpPr>
        <p:spPr>
          <a:xfrm>
            <a:off x="450428" y="736599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BCDAD606-9527-3A7E-14F0-9BBE07743824}"/>
              </a:ext>
            </a:extLst>
          </p:cNvPr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just">
              <a:lnSpc>
                <a:spcPts val="1200"/>
              </a:lnSpc>
            </a:pPr>
            <a:endParaRPr lang="en-US" sz="800" dirty="0"/>
          </a:p>
        </p:txBody>
      </p:sp>
      <p:graphicFrame>
        <p:nvGraphicFramePr>
          <p:cNvPr id="3" name="Chart 0">
            <a:extLst>
              <a:ext uri="{FF2B5EF4-FFF2-40B4-BE49-F238E27FC236}">
                <a16:creationId xmlns:a16="http://schemas.microsoft.com/office/drawing/2014/main" id="{853776A5-91D4-FC0C-8841-172FF6A25A0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21374"/>
              </p:ext>
            </p:extLst>
          </p:nvPr>
        </p:nvGraphicFramePr>
        <p:xfrm>
          <a:off x="5145388" y="2044338"/>
          <a:ext cx="3538728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EDA49AD-4EEA-32EE-345A-B56738D3A3BA}"/>
              </a:ext>
            </a:extLst>
          </p:cNvPr>
          <p:cNvSpPr txBox="1"/>
          <p:nvPr/>
        </p:nvSpPr>
        <p:spPr>
          <a:xfrm>
            <a:off x="3463047" y="648511"/>
            <a:ext cx="5123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fr-FR" dirty="0"/>
          </a:p>
        </p:txBody>
      </p:sp>
      <p:sp>
        <p:nvSpPr>
          <p:cNvPr id="31" name="Text 11">
            <a:extLst>
              <a:ext uri="{FF2B5EF4-FFF2-40B4-BE49-F238E27FC236}">
                <a16:creationId xmlns:a16="http://schemas.microsoft.com/office/drawing/2014/main" id="{CB96370D-F421-4B63-B438-0BA88F3F98CF}"/>
              </a:ext>
            </a:extLst>
          </p:cNvPr>
          <p:cNvSpPr/>
          <p:nvPr/>
        </p:nvSpPr>
        <p:spPr>
          <a:xfrm>
            <a:off x="7237166" y="572539"/>
            <a:ext cx="1093213" cy="28401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endParaRPr lang="en-US" sz="3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7FF2B8-4EBD-B008-44AB-0D6CD611F43D}"/>
              </a:ext>
            </a:extLst>
          </p:cNvPr>
          <p:cNvSpPr txBox="1"/>
          <p:nvPr/>
        </p:nvSpPr>
        <p:spPr>
          <a:xfrm>
            <a:off x="476818" y="2105113"/>
            <a:ext cx="45777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1600" dirty="0">
                <a:solidFill>
                  <a:srgbClr val="002060"/>
                </a:solidFill>
              </a:rPr>
              <a:t>{{</a:t>
            </a:r>
            <a:r>
              <a:rPr lang="fr-FR" sz="1600" dirty="0" err="1">
                <a:solidFill>
                  <a:srgbClr val="002060"/>
                </a:solidFill>
              </a:rPr>
              <a:t>interviewSummary</a:t>
            </a:r>
            <a:r>
              <a:rPr lang="fr-FR" sz="1600" dirty="0">
                <a:solidFill>
                  <a:srgbClr val="002060"/>
                </a:solidFill>
              </a:rPr>
              <a:t> interview </a:t>
            </a:r>
            <a:r>
              <a:rPr lang="fr-FR" sz="1600" dirty="0" err="1">
                <a:solidFill>
                  <a:srgbClr val="002060"/>
                </a:solidFill>
              </a:rPr>
              <a:t>gender</a:t>
            </a:r>
            <a:r>
              <a:rPr lang="fr-FR" sz="1600" dirty="0">
                <a:solidFill>
                  <a:srgbClr val="002060"/>
                </a:solidFill>
              </a:rPr>
              <a:t> </a:t>
            </a:r>
            <a:r>
              <a:rPr lang="fr-FR" sz="1600" dirty="0" err="1">
                <a:solidFill>
                  <a:srgbClr val="002060"/>
                </a:solidFill>
              </a:rPr>
              <a:t>firstName</a:t>
            </a:r>
            <a:r>
              <a:rPr lang="fr-FR" sz="1600" dirty="0">
                <a:solidFill>
                  <a:srgbClr val="002060"/>
                </a:solidFill>
              </a:rPr>
              <a:t>}} </a:t>
            </a:r>
          </a:p>
          <a:p>
            <a:endParaRPr lang="fr-FR" dirty="0"/>
          </a:p>
        </p:txBody>
      </p:sp>
      <p:grpSp>
        <p:nvGrpSpPr>
          <p:cNvPr id="23" name="Group 2">
            <a:extLst>
              <a:ext uri="{FF2B5EF4-FFF2-40B4-BE49-F238E27FC236}">
                <a16:creationId xmlns:a16="http://schemas.microsoft.com/office/drawing/2014/main" id="{455777B3-D75F-4951-3552-FA6A1553AC7D}"/>
              </a:ext>
            </a:extLst>
          </p:cNvPr>
          <p:cNvGrpSpPr/>
          <p:nvPr/>
        </p:nvGrpSpPr>
        <p:grpSpPr>
          <a:xfrm>
            <a:off x="5832000" y="1209600"/>
            <a:ext cx="827397" cy="288576"/>
            <a:chOff x="1688761" y="4025159"/>
            <a:chExt cx="1086480" cy="1136360"/>
          </a:xfrm>
        </p:grpSpPr>
        <p:pic>
          <p:nvPicPr>
            <p:cNvPr id="24" name="Picture 3">
              <a:extLst>
                <a:ext uri="{FF2B5EF4-FFF2-40B4-BE49-F238E27FC236}">
                  <a16:creationId xmlns:a16="http://schemas.microsoft.com/office/drawing/2014/main" id="{862F3912-8BB1-0F6F-C808-DE25DC2DAA67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5" name="TextBox 3">
              <a:extLst>
                <a:ext uri="{FF2B5EF4-FFF2-40B4-BE49-F238E27FC236}">
                  <a16:creationId xmlns:a16="http://schemas.microsoft.com/office/drawing/2014/main" id="{D9CF4456-A8D7-E255-665A-C456109A6569}"/>
                </a:ext>
              </a:extLst>
            </p:cNvPr>
            <p:cNvSpPr/>
            <p:nvPr/>
          </p:nvSpPr>
          <p:spPr>
            <a:xfrm>
              <a:off x="1794241" y="4025159"/>
              <a:ext cx="981000" cy="90324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"Fear"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fear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623D520B-9688-4CB7-E09A-8BF6FDB68F51}"/>
              </a:ext>
            </a:extLst>
          </p:cNvPr>
          <p:cNvGrpSpPr/>
          <p:nvPr/>
        </p:nvGrpSpPr>
        <p:grpSpPr>
          <a:xfrm>
            <a:off x="4860000" y="1209599"/>
            <a:ext cx="828000" cy="286929"/>
            <a:chOff x="1688761" y="3984718"/>
            <a:chExt cx="1036272" cy="731538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F5F08D54-17D0-5F69-7B52-1910150F9574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23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C97927E9-4EBC-9DD8-2578-CBB96E25EAD7}"/>
                </a:ext>
              </a:extLst>
            </p:cNvPr>
            <p:cNvSpPr/>
            <p:nvPr/>
          </p:nvSpPr>
          <p:spPr>
            <a:xfrm>
              <a:off x="1735205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sad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D9AB1E55-5EA9-C5B3-7152-DAA9319635DE}"/>
              </a:ext>
            </a:extLst>
          </p:cNvPr>
          <p:cNvGrpSpPr/>
          <p:nvPr/>
        </p:nvGrpSpPr>
        <p:grpSpPr>
          <a:xfrm>
            <a:off x="3888000" y="1211189"/>
            <a:ext cx="827397" cy="286927"/>
            <a:chOff x="1688761" y="3984718"/>
            <a:chExt cx="1086480" cy="731533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EE5CDF50-0B64-2DD1-82FC-9842A3874423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793EE390-7788-4E3E-4D5D-1C18CB13CF8C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"Neutral"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"neutral"))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5" name="Group 2">
            <a:extLst>
              <a:ext uri="{FF2B5EF4-FFF2-40B4-BE49-F238E27FC236}">
                <a16:creationId xmlns:a16="http://schemas.microsoft.com/office/drawing/2014/main" id="{CDE06477-76C1-D171-26BC-72824DD21022}"/>
              </a:ext>
            </a:extLst>
          </p:cNvPr>
          <p:cNvGrpSpPr/>
          <p:nvPr/>
        </p:nvGrpSpPr>
        <p:grpSpPr>
          <a:xfrm>
            <a:off x="1944000" y="1209977"/>
            <a:ext cx="827397" cy="286927"/>
            <a:chOff x="1688761" y="3984713"/>
            <a:chExt cx="1086480" cy="731532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A2EDA76B-1D1C-2D6B-8155-93E94939EEFA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3"/>
              <a:ext cx="1036272" cy="73153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3" name="TextBox 3">
              <a:extLst>
                <a:ext uri="{FF2B5EF4-FFF2-40B4-BE49-F238E27FC236}">
                  <a16:creationId xmlns:a16="http://schemas.microsoft.com/office/drawing/2014/main" id="{A30BFA46-5EE3-4A61-296D-D2C3A97FABF8}"/>
                </a:ext>
              </a:extLst>
            </p:cNvPr>
            <p:cNvSpPr/>
            <p:nvPr/>
          </p:nvSpPr>
          <p:spPr>
            <a:xfrm>
              <a:off x="1794241" y="3984718"/>
              <a:ext cx="981000" cy="58480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"Joy"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joy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4" name="Group 2">
            <a:extLst>
              <a:ext uri="{FF2B5EF4-FFF2-40B4-BE49-F238E27FC236}">
                <a16:creationId xmlns:a16="http://schemas.microsoft.com/office/drawing/2014/main" id="{9ADEEAC8-CD49-0AA7-8100-E7CD968430F1}"/>
              </a:ext>
            </a:extLst>
          </p:cNvPr>
          <p:cNvGrpSpPr/>
          <p:nvPr/>
        </p:nvGrpSpPr>
        <p:grpSpPr>
          <a:xfrm>
            <a:off x="2916000" y="1209600"/>
            <a:ext cx="828000" cy="286927"/>
            <a:chOff x="1688761" y="3984718"/>
            <a:chExt cx="1129251" cy="731533"/>
          </a:xfrm>
        </p:grpSpPr>
        <p:pic>
          <p:nvPicPr>
            <p:cNvPr id="35" name="Picture 3">
              <a:extLst>
                <a:ext uri="{FF2B5EF4-FFF2-40B4-BE49-F238E27FC236}">
                  <a16:creationId xmlns:a16="http://schemas.microsoft.com/office/drawing/2014/main" id="{FDDA6079-CB82-11F0-063F-CB621D82E00B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3984718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6" name="TextBox 3">
              <a:extLst>
                <a:ext uri="{FF2B5EF4-FFF2-40B4-BE49-F238E27FC236}">
                  <a16:creationId xmlns:a16="http://schemas.microsoft.com/office/drawing/2014/main" id="{4BF0DCBD-D607-540E-69AA-B22C7B32B92C}"/>
                </a:ext>
              </a:extLst>
            </p:cNvPr>
            <p:cNvSpPr/>
            <p:nvPr/>
          </p:nvSpPr>
          <p:spPr>
            <a:xfrm>
              <a:off x="1837012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"Surprise"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"surprise"))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7" name="Group 2">
            <a:extLst>
              <a:ext uri="{FF2B5EF4-FFF2-40B4-BE49-F238E27FC236}">
                <a16:creationId xmlns:a16="http://schemas.microsoft.com/office/drawing/2014/main" id="{2FF5B92A-AEC1-FFF7-27A5-C1D0CBE0516A}"/>
              </a:ext>
            </a:extLst>
          </p:cNvPr>
          <p:cNvGrpSpPr/>
          <p:nvPr/>
        </p:nvGrpSpPr>
        <p:grpSpPr>
          <a:xfrm>
            <a:off x="7776000" y="1209600"/>
            <a:ext cx="827397" cy="288576"/>
            <a:chOff x="1688761" y="4025159"/>
            <a:chExt cx="1086480" cy="1136360"/>
          </a:xfrm>
        </p:grpSpPr>
        <p:pic>
          <p:nvPicPr>
            <p:cNvPr id="38" name="Picture 3">
              <a:extLst>
                <a:ext uri="{FF2B5EF4-FFF2-40B4-BE49-F238E27FC236}">
                  <a16:creationId xmlns:a16="http://schemas.microsoft.com/office/drawing/2014/main" id="{68E68D76-E499-2E93-77AB-AB3FCDD78549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27427"/>
              <a:ext cx="1036272" cy="1134092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9" name="TextBox 3">
              <a:extLst>
                <a:ext uri="{FF2B5EF4-FFF2-40B4-BE49-F238E27FC236}">
                  <a16:creationId xmlns:a16="http://schemas.microsoft.com/office/drawing/2014/main" id="{F0A1A1DF-8F2B-C620-8EC8-0FBF050F2C2B}"/>
                </a:ext>
              </a:extLst>
            </p:cNvPr>
            <p:cNvSpPr/>
            <p:nvPr/>
          </p:nvSpPr>
          <p:spPr>
            <a:xfrm>
              <a:off x="1794241" y="4025159"/>
              <a:ext cx="981000" cy="108504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disgust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400" b="0" u="none" strike="noStrike" dirty="0">
                <a:solidFill>
                  <a:schemeClr val="bg1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41" name="Group 2">
            <a:extLst>
              <a:ext uri="{FF2B5EF4-FFF2-40B4-BE49-F238E27FC236}">
                <a16:creationId xmlns:a16="http://schemas.microsoft.com/office/drawing/2014/main" id="{C31D91AA-9839-C82A-40EC-B36C1D9D8FB1}"/>
              </a:ext>
            </a:extLst>
          </p:cNvPr>
          <p:cNvGrpSpPr/>
          <p:nvPr/>
        </p:nvGrpSpPr>
        <p:grpSpPr>
          <a:xfrm>
            <a:off x="6804000" y="1198770"/>
            <a:ext cx="827397" cy="288000"/>
            <a:chOff x="1688761" y="3984718"/>
            <a:chExt cx="1086480" cy="759147"/>
          </a:xfrm>
        </p:grpSpPr>
        <p:pic>
          <p:nvPicPr>
            <p:cNvPr id="42" name="Picture 3">
              <a:extLst>
                <a:ext uri="{FF2B5EF4-FFF2-40B4-BE49-F238E27FC236}">
                  <a16:creationId xmlns:a16="http://schemas.microsoft.com/office/drawing/2014/main" id="{94DBE2DA-2137-02F6-05BC-B234E0EB47BE}"/>
                </a:ext>
              </a:extLst>
            </p:cNvPr>
            <p:cNvPicPr/>
            <p:nvPr/>
          </p:nvPicPr>
          <p:blipFill>
            <a:blip r:embed="rId6"/>
            <a:stretch/>
          </p:blipFill>
          <p:spPr>
            <a:xfrm>
              <a:off x="1688761" y="4012332"/>
              <a:ext cx="1036272" cy="731533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43" name="TextBox 3">
              <a:extLst>
                <a:ext uri="{FF2B5EF4-FFF2-40B4-BE49-F238E27FC236}">
                  <a16:creationId xmlns:a16="http://schemas.microsoft.com/office/drawing/2014/main" id="{F2D95139-14FB-D667-4A8B-3E5D53957CD2}"/>
                </a:ext>
              </a:extLst>
            </p:cNvPr>
            <p:cNvSpPr/>
            <p:nvPr/>
          </p:nvSpPr>
          <p:spPr>
            <a:xfrm>
              <a:off x="1794241" y="3984718"/>
              <a:ext cx="981000" cy="702514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300" b="1" dirty="0"/>
                <a:t>{{</a:t>
              </a:r>
              <a:r>
                <a:rPr lang="fr-FR" sz="300" b="1" dirty="0" err="1"/>
                <a:t>pptxImage</a:t>
              </a:r>
              <a:r>
                <a:rPr lang="fr-FR" sz="300" b="1" dirty="0"/>
                <a:t> src=(</a:t>
              </a:r>
              <a:r>
                <a:rPr lang="fr-FR" sz="300" b="1" dirty="0" err="1"/>
                <a:t>getLabelImageUrl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 (eq </a:t>
              </a:r>
              <a:r>
                <a:rPr lang="fr-FR" sz="300" b="1" dirty="0" err="1"/>
                <a:t>interview.emotion</a:t>
              </a:r>
              <a:r>
                <a:rPr lang="fr-FR" sz="300" b="1" dirty="0"/>
                <a:t> "</a:t>
              </a:r>
              <a:r>
                <a:rPr lang="fr-FR" sz="300" b="1" dirty="0" err="1"/>
                <a:t>angry</a:t>
              </a:r>
              <a:r>
                <a:rPr lang="fr-FR" sz="300" b="1" dirty="0"/>
                <a:t>")) </a:t>
              </a:r>
              <a:r>
                <a:rPr lang="fr-FR" sz="300" b="1" dirty="0" err="1"/>
                <a:t>usePlaceholderSize</a:t>
              </a:r>
              <a:r>
                <a:rPr lang="fr-FR" sz="300" b="1" dirty="0"/>
                <a:t>=</a:t>
              </a:r>
              <a:r>
                <a:rPr lang="fr-FR" sz="300" b="1" dirty="0" err="1"/>
                <a:t>true</a:t>
              </a:r>
              <a:r>
                <a:rPr lang="fr-FR" sz="300" b="1" dirty="0"/>
                <a:t>}}</a:t>
              </a:r>
              <a:endParaRPr lang="fr-FR" sz="3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8EE6A3B-34BC-6B58-4AAA-4AC5D2C6AA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6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Leadership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}}. {{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5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5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6361987-FB9D-39BF-76D0-283C4CD8D01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aphicFrame>
        <p:nvGraphicFramePr>
          <p:cNvPr id="4" name="Chart 0">
            <a:extLst>
              <a:ext uri="{FF2B5EF4-FFF2-40B4-BE49-F238E27FC236}">
                <a16:creationId xmlns:a16="http://schemas.microsoft.com/office/drawing/2014/main" id="{0837BC17-B89A-685A-3B36-6EF0D475293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8639307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pSp>
        <p:nvGrpSpPr>
          <p:cNvPr id="5" name="Group 2">
            <a:extLst>
              <a:ext uri="{FF2B5EF4-FFF2-40B4-BE49-F238E27FC236}">
                <a16:creationId xmlns:a16="http://schemas.microsoft.com/office/drawing/2014/main" id="{C8DD4BCE-5886-8D9B-3445-FE1389447FB1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7628FC01-FDA8-D520-049A-DB7A75C79559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626178D5-AD52-6E89-D587-7BEE57C0539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B8A4B531-6F63-4FE3-37E3-9AD90DBB5FA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117EFCE6-B650-66FC-29C8-438AB6ABEA2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233A1765-B0F8-AE15-96D2-AC5BF361846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BDB67AD-E898-8989-C78D-E6B7250F9F4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3D74C704-2492-F329-A943-EBBD1177971E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7" name="TextBox 3">
              <a:extLst>
                <a:ext uri="{FF2B5EF4-FFF2-40B4-BE49-F238E27FC236}">
                  <a16:creationId xmlns:a16="http://schemas.microsoft.com/office/drawing/2014/main" id="{3A49674D-8747-DD51-0C3B-C188D40B81B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9" name="Group 2">
            <a:extLst>
              <a:ext uri="{FF2B5EF4-FFF2-40B4-BE49-F238E27FC236}">
                <a16:creationId xmlns:a16="http://schemas.microsoft.com/office/drawing/2014/main" id="{DB2A0D94-EBC3-A6AF-827A-714D3DB270E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0" name="Picture 3">
              <a:extLst>
                <a:ext uri="{FF2B5EF4-FFF2-40B4-BE49-F238E27FC236}">
                  <a16:creationId xmlns:a16="http://schemas.microsoft.com/office/drawing/2014/main" id="{996C372F-F97F-2ACE-00BF-7EA5CFB9E64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55C21860-206D-9720-847E-FE7B3D61737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30" name="Group 2">
            <a:extLst>
              <a:ext uri="{FF2B5EF4-FFF2-40B4-BE49-F238E27FC236}">
                <a16:creationId xmlns:a16="http://schemas.microsoft.com/office/drawing/2014/main" id="{5C1A0210-EFF6-F6BE-C5FD-3D69A4B7317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1" name="Picture 3">
              <a:extLst>
                <a:ext uri="{FF2B5EF4-FFF2-40B4-BE49-F238E27FC236}">
                  <a16:creationId xmlns:a16="http://schemas.microsoft.com/office/drawing/2014/main" id="{58E0C849-C8CF-C6C1-0A03-2DFEB5635A56}"/>
                </a:ext>
              </a:extLst>
            </p:cNvPr>
            <p:cNvPicPr/>
            <p:nvPr/>
          </p:nvPicPr>
          <p:blipFill>
            <a:blip r:embed="rId5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2" name="TextBox 3">
              <a:extLst>
                <a:ext uri="{FF2B5EF4-FFF2-40B4-BE49-F238E27FC236}">
                  <a16:creationId xmlns:a16="http://schemas.microsoft.com/office/drawing/2014/main" id="{B17845F2-9163-BCCC-AD22-BB0400E21C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47FD4-E30F-8729-18F0-C092ADFD0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0443AD4-E6FD-4C3B-47FB-4420F16565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FAC40A6-0D9B-3AAF-9369-C73E41A0E937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7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2C8BE40-F260-8C98-9FC4-7759AFFB52F7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A22E59D4-563F-C739-7BE6-62F3CE17620C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C81795B-8729-2EAE-D371-25AA700FF4F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AE39CEC-81B4-008F-113F-D66C7DBCB32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C57B36D0-3716-00DD-B724-BA2EA922AB1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17C1D3FE-178C-474C-6BC4-2EDF8592DC62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DF5D0D2D-AB61-0A6D-76D2-BEA83D192A5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04936A40-6020-D29E-9813-E76C22CA2AB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1F47A7BE-E2B7-7F34-30F2-F0D87ED9FD15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9379A2AE-B21F-738F-0FEB-D01FC1A6416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536CEE7E-11B8-EEE7-BC03-E885A9BFFC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8CCA9EC1-6BF5-840B-B74A-DED5CA69BCB7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8" name="Picture 3">
              <a:extLst>
                <a:ext uri="{FF2B5EF4-FFF2-40B4-BE49-F238E27FC236}">
                  <a16:creationId xmlns:a16="http://schemas.microsoft.com/office/drawing/2014/main" id="{17B9805E-AE3E-4D83-6DCF-426D0C8CC98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Box 3">
              <a:extLst>
                <a:ext uri="{FF2B5EF4-FFF2-40B4-BE49-F238E27FC236}">
                  <a16:creationId xmlns:a16="http://schemas.microsoft.com/office/drawing/2014/main" id="{06355BDA-F674-E200-3C94-98A65EF6AFE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9F63ED59-7D7E-2843-2F12-4DD42318556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D6210888-A2AC-AE5E-77F0-91F5ACB2587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FE992B30-EC5F-A24E-0273-8BE30404127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3" name="Text 12">
            <a:extLst>
              <a:ext uri="{FF2B5EF4-FFF2-40B4-BE49-F238E27FC236}">
                <a16:creationId xmlns:a16="http://schemas.microsoft.com/office/drawing/2014/main" id="{4993BBF7-A376-7763-1118-4F2FCB1B756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1D02EA96-5ED4-8728-B8CF-4CFE31442037}"/>
              </a:ext>
            </a:extLst>
          </p:cNvPr>
          <p:cNvGrpSpPr/>
          <p:nvPr/>
        </p:nvGrpSpPr>
        <p:grpSpPr>
          <a:xfrm>
            <a:off x="1514900" y="1215725"/>
            <a:ext cx="5889010" cy="3833946"/>
            <a:chOff x="1688760" y="3975120"/>
            <a:chExt cx="1111320" cy="9046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BF1B3196-63B0-521B-B6E9-6464BC0B36A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2C600797-CCF2-E487-B30A-491E830584DF}"/>
                </a:ext>
              </a:extLst>
            </p:cNvPr>
            <p:cNvSpPr/>
            <p:nvPr/>
          </p:nvSpPr>
          <p:spPr>
            <a:xfrm>
              <a:off x="1688760" y="4025160"/>
              <a:ext cx="1086480" cy="264938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leadership.radar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606757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D35AB6E-205C-A699-7811-5DF4B43183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8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52415631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leadership.competencies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2" name="Text 15">
            <a:extLst>
              <a:ext uri="{FF2B5EF4-FFF2-40B4-BE49-F238E27FC236}">
                <a16:creationId xmlns:a16="http://schemas.microsoft.com/office/drawing/2014/main" id="{F98F8978-CE90-59E2-34F8-979CC105BAC1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ACC35004-C0C2-39F0-541C-BB0F5D715DFC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11BA8D9-4E12-CD91-FE0C-27B62C40DDC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EED615-21C9-05C5-2778-86C33E690F4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5D9FDFEC-E335-C744-3469-83B856482BD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C73095BD-1750-DC3C-FF81-03157144726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607FAFA-05DF-EAF7-5918-141E5FBF8C3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94A298E0-D27E-9D8F-2FB3-FBFB306BAA8F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E845B97B-C943-192D-F8B3-FEDED4CD0C07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43343146-5B26-EBAA-1E24-869A9809D4F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6" name="Group 2">
            <a:extLst>
              <a:ext uri="{FF2B5EF4-FFF2-40B4-BE49-F238E27FC236}">
                <a16:creationId xmlns:a16="http://schemas.microsoft.com/office/drawing/2014/main" id="{50501817-6AAD-75DD-ACAC-3F0F2E636E90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7" name="Picture 3">
              <a:extLst>
                <a:ext uri="{FF2B5EF4-FFF2-40B4-BE49-F238E27FC236}">
                  <a16:creationId xmlns:a16="http://schemas.microsoft.com/office/drawing/2014/main" id="{358840D3-DDF9-5743-6AE0-CFFC8A8F60A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BB5B9B41-0458-5E69-7754-0FCD2D66720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3B42A4C2-330A-D6DA-221D-24ABA29D2B4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17A4FDC-AD0A-F508-0BD4-D3AE8658A5A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1AC3507A-1806-F6E5-7B0B-E1330DEB696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C90BBBE1-3647-F7D2-A2CD-35940A646E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AC3E78-1B0A-FD94-1E89-3E9DA677C7B1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4FC5005-C7C0-6FB0-A605-5B2F18327AE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9A61A6A-6AB9-8544-DCE5-3A57108670FF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83706FC-BC3B-F1F6-BA02-55A6129D99A9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EFEDAB-973F-DCE1-4F87-87D5DF06146D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90C12C2-F449-0DE8-A249-7F5C011EB1E9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B9CC273-2A1B-A0B5-0ECD-F5E474A42A6A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1148726-90D3-CBC7-2742-C4D144335ED6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8CFF57-8E7F-7405-4F37-F48C8824E797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92FB4D0-CE9C-598C-2EB2-6FCFDA17B79B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FFC843B-F192-D8DE-C0D2-31DD87B28174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3BF2782-0D54-9738-4A98-A394115A01D9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70878A1-3CF1-62F0-1399-A07D696AB5C4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DEFC033-6F7C-547A-4127-21EDE6E170CF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53EDCAD-3EC6-7E26-CB26-79F9363313B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1B5C733-2096-270B-899A-3C9FB7DAF4D5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052E463-E155-233E-BCA3-3AC9BF79386D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D285C00-B593-2506-0942-7DCFFCD0D840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46E4288-7FB5-D800-139A-B5F1CC455401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0ABCAA9-82E6-2B3F-D110-0EE7DC9AF457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EA19780-B133-AEB6-6324-56EDB6F6F115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23025B-6173-9CAF-D0AC-43D5A68F183E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7D74AC6-F24D-365B-9FD1-ED77FA3FFD1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3F3CB87-5388-B50E-F856-03843EB07D71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6C626F-2B69-8E27-EAEB-FCDAB89C917E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leadership.competencies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0F0297-9E2F-8810-9D60-9DC6ED2E48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9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Technical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7919C8F-EB0D-451C-AFE6-FD1ADDCEF97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C120877-3DD7-55DF-B4AD-DEF922BE63C2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568619A2-F2AA-684A-46C7-AA450898765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63B9559-7EBA-4AD1-4D73-B52F47698D1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F23066-089D-926E-E835-242A86AC9424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E4D89E9C-A186-A077-2AAF-2131704D060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058225-66BD-58F0-EFF1-37AD2C0A644B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18462356-4135-ABAA-098B-82E919E02808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C85D0A22-2841-6CC7-E253-2633A34F75A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DBC9BB9E-D1D5-BFEB-C3A9-0755AC8B876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7" name="Group 2">
            <a:extLst>
              <a:ext uri="{FF2B5EF4-FFF2-40B4-BE49-F238E27FC236}">
                <a16:creationId xmlns:a16="http://schemas.microsoft.com/office/drawing/2014/main" id="{50B5AC2A-E10D-055F-CFBE-290F2EEBA49D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6BFAFDED-E8AF-CA28-D931-9C9690806C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0FC7500F-01C4-4CB7-F16F-2D8AFC06E7D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8C6A6950-749E-E571-6265-F372D98640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9352512-4C1B-7E90-178F-BEB55B8D51E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F1CB126-D136-97AC-EC57-984404ABE1F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0FDEA7CA-C086-60F0-38BA-69966D74B3B2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6" name="Chart 0">
            <a:extLst>
              <a:ext uri="{FF2B5EF4-FFF2-40B4-BE49-F238E27FC236}">
                <a16:creationId xmlns:a16="http://schemas.microsoft.com/office/drawing/2014/main" id="{54FDE8D9-FB7B-2AE0-7856-B7D60CD1255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39445571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DD96D6-98D5-22DE-35A0-E9491405B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7A3E995-E0EB-F145-40B4-EEF93CFB0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CE4FCBEF-607F-8628-9D15-79BD4E5F94B0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AFFF5E8-BDF8-2323-FFAB-45FB180DE2F2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17B56F2-D3CD-6359-2331-DE24B7CDA16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80C3420-8A79-A666-256D-F97C020F7F5F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5" name="Picture 3">
              <a:extLst>
                <a:ext uri="{FF2B5EF4-FFF2-40B4-BE49-F238E27FC236}">
                  <a16:creationId xmlns:a16="http://schemas.microsoft.com/office/drawing/2014/main" id="{A742F67D-094F-7241-656C-123D8073AA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6" name="TextBox 3">
              <a:extLst>
                <a:ext uri="{FF2B5EF4-FFF2-40B4-BE49-F238E27FC236}">
                  <a16:creationId xmlns:a16="http://schemas.microsoft.com/office/drawing/2014/main" id="{2E21D211-182B-EA3F-ED67-AA5F1C5C68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7" name="Group 2">
            <a:extLst>
              <a:ext uri="{FF2B5EF4-FFF2-40B4-BE49-F238E27FC236}">
                <a16:creationId xmlns:a16="http://schemas.microsoft.com/office/drawing/2014/main" id="{98643A70-0327-74D7-E4DC-ECB18CBFC57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8" name="Picture 3">
              <a:extLst>
                <a:ext uri="{FF2B5EF4-FFF2-40B4-BE49-F238E27FC236}">
                  <a16:creationId xmlns:a16="http://schemas.microsoft.com/office/drawing/2014/main" id="{5EE0A6AC-6AF2-C2E0-FEC9-6FE6DC5252B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9" name="TextBox 3">
              <a:extLst>
                <a:ext uri="{FF2B5EF4-FFF2-40B4-BE49-F238E27FC236}">
                  <a16:creationId xmlns:a16="http://schemas.microsoft.com/office/drawing/2014/main" id="{1CC2889A-1C5A-CF82-B4FB-0DACD65D70F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0" name="Group 2">
            <a:extLst>
              <a:ext uri="{FF2B5EF4-FFF2-40B4-BE49-F238E27FC236}">
                <a16:creationId xmlns:a16="http://schemas.microsoft.com/office/drawing/2014/main" id="{012F3A1F-CAD1-3C1D-3A8E-5C76C3C9C91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1" name="Picture 3">
              <a:extLst>
                <a:ext uri="{FF2B5EF4-FFF2-40B4-BE49-F238E27FC236}">
                  <a16:creationId xmlns:a16="http://schemas.microsoft.com/office/drawing/2014/main" id="{52B357F4-A7A9-46C9-7FEE-726ADFE4167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2" name="TextBox 3">
              <a:extLst>
                <a:ext uri="{FF2B5EF4-FFF2-40B4-BE49-F238E27FC236}">
                  <a16:creationId xmlns:a16="http://schemas.microsoft.com/office/drawing/2014/main" id="{9AA2C427-5ACF-985F-F6A9-DBEC28AEA6C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3" name="Group 2">
            <a:extLst>
              <a:ext uri="{FF2B5EF4-FFF2-40B4-BE49-F238E27FC236}">
                <a16:creationId xmlns:a16="http://schemas.microsoft.com/office/drawing/2014/main" id="{6B047131-F73C-4A93-54A1-BEA1E3A77348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0C11FCE4-7845-9C9C-0FAC-65E262CCA0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E5C69DA8-078E-7965-A79F-D64D9200A22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8" name="Group 2">
            <a:extLst>
              <a:ext uri="{FF2B5EF4-FFF2-40B4-BE49-F238E27FC236}">
                <a16:creationId xmlns:a16="http://schemas.microsoft.com/office/drawing/2014/main" id="{0F5707D0-5556-425E-9ABA-C00AD0821F11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19" name="Picture 3">
              <a:extLst>
                <a:ext uri="{FF2B5EF4-FFF2-40B4-BE49-F238E27FC236}">
                  <a16:creationId xmlns:a16="http://schemas.microsoft.com/office/drawing/2014/main" id="{17EA8C6C-6317-BDF5-A8C6-43DF9CCB8DCE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0" name="TextBox 3">
              <a:extLst>
                <a:ext uri="{FF2B5EF4-FFF2-40B4-BE49-F238E27FC236}">
                  <a16:creationId xmlns:a16="http://schemas.microsoft.com/office/drawing/2014/main" id="{8333B6D0-DB87-382A-4B66-4FC75323AFA4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21" name="Text 12">
            <a:extLst>
              <a:ext uri="{FF2B5EF4-FFF2-40B4-BE49-F238E27FC236}">
                <a16:creationId xmlns:a16="http://schemas.microsoft.com/office/drawing/2014/main" id="{62FE9209-B919-81EA-C242-0635ED1D1E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90AAE3F6-EB09-0FBB-2827-E36A8715F15C}"/>
              </a:ext>
            </a:extLst>
          </p:cNvPr>
          <p:cNvGrpSpPr/>
          <p:nvPr/>
        </p:nvGrpSpPr>
        <p:grpSpPr>
          <a:xfrm>
            <a:off x="716507" y="1215725"/>
            <a:ext cx="7424383" cy="3833946"/>
            <a:chOff x="1688760" y="3975120"/>
            <a:chExt cx="1111320" cy="90468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EAF754D2-51AD-55C6-AC87-C062A8EDFCB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7CDBCD23-33A9-2B21-D86A-058A2AA79512}"/>
                </a:ext>
              </a:extLst>
            </p:cNvPr>
            <p:cNvSpPr/>
            <p:nvPr/>
          </p:nvSpPr>
          <p:spPr>
            <a:xfrm>
              <a:off x="1688760" y="4025160"/>
              <a:ext cx="1086480" cy="4323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}}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technical.competencies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 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960459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DBCAD44-0B85-6D23-8D59-48502CAA6F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11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F5CB4331-3637-3FF1-06B3-E1DF369929D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6971B14A-7E68-FB30-6D1A-9FF24B36D6E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D91D59BD-D66B-FFFA-1CB0-51D5D7F608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3947ECD-F07C-C1A7-655C-903A7ACA584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A4E84A05-1361-7894-5D11-CA56D0C782C6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F6FFC2AF-0E37-EE6F-F4D8-E7B74A0F050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D4ECAC5-4CCC-6425-1107-50BC9193821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7B7A06AD-C62A-81D8-B217-9F361FF4B7C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3A055E78-79C0-6B87-339E-E421624597A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59303E7-3EED-F093-6153-68D2D312450D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53D46423-0503-B8E6-0F70-2F4144FF9415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622FD468-1341-3AA3-FC4C-E977F81454D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C47D1E7F-B277-E330-FC64-6C17800A551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BEFC55E6-126F-CDFB-148C-B4155561A29C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8331B9E3-1DD0-CBF5-35EE-9552380FBC89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8C3F5F1B-D7B5-17AD-95FC-0FEA1D042E88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F055DA0D-E922-20B3-F306-A1E56BDCCC3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5" name="Table 0">
            <a:extLst>
              <a:ext uri="{FF2B5EF4-FFF2-40B4-BE49-F238E27FC236}">
                <a16:creationId xmlns:a16="http://schemas.microsoft.com/office/drawing/2014/main" id="{5059DFA7-1B53-D06C-48E8-94B4D19B3E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30923522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5999E76E-A432-40C9-1C2F-D0B66B52325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5FF3DD-3692-CE72-0BE3-7AD0FD550D84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3CB486C-3683-7657-6DAB-E809B46426D5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57CA9D-57C7-8557-47EB-68A112AE762D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8706C52-BDB6-6412-447B-CA62D6E29FC3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77C446-E09C-C5CA-A4D8-77DD40278751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1359D15-2CD4-3A0F-4D26-D3BC29D93FF9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11FC7DB-F522-B254-12B2-00E403ED6305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E2331B-0C5E-7992-9439-25DCF561ECA3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BE5EB5A-C8B9-36E1-A775-C35A318BDEB4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BACD1C-4D72-0E45-FC4C-F9781A0F717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A934F3-F48E-5B1D-885D-AF776740ADEF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FBAA555-FA5B-C04D-F331-4DA7F9E8D999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484971-26C6-587E-D929-328AE2342CA1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879C062-80AA-6560-4136-DEE92D0CEFF1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DD1ACF2-0F83-B9ED-1D64-A9D4CD3BB120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84450E1-2222-CB89-BD0D-327EA7A37FDC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F2FA02-EE1F-5442-AF13-E66EAE8E81F6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613E785-A673-2931-A70C-CAEDB668E624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DD1872C-C83C-222C-0790-EDC7794D2F69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0B31964-235D-3FA1-CC02-F4370EA455B1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C1435A5-4E52-4CBE-15BD-074C0F2E75C1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CAD6AC5-C127-A48C-3278-368EB1DB5363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075B405-91B6-F3FA-761E-ADADA9F52DBF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C4186A6-A036-E167-1B64-26882354D1A8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A2AE2D-E340-E3DB-AEBF-81AA15C5DA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B411E51-4A9A-6A56-589B-40EB1C43B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3C8497B1-CF24-9115-62C1-1610D76F0F69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12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FC7A5879-5971-B844-1318-86D1EDD17FC9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D49391FA-2DDB-6CBA-792A-0C952A6E6BC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95669CB3-25A1-85AA-2678-41EF2DCEB2B5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84EFF111-58BC-A5B9-DA17-CCD003A9CF5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D91EA7CF-CA3A-61E9-766F-A0FA9307D15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B4A3C1DF-E07E-6093-E0B9-7CFB71AEDA8C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2C9C58CD-D488-A72E-C3C2-750D0408845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0A010457-2235-BB8D-3113-B51197B79B6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EFE92A93-1EFA-8B5E-021B-F89491068624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D84F3647-6FD1-3B7E-031B-FB7CB2C1FAF2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1B96D8C0-790C-0194-D523-B7AB51BFC7A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839F8EC8-3392-3FA9-D3ED-3AC2525E213C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3B67693D-18B0-5ECE-FAA7-F55E6570412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EE07E101-D1D9-C968-9617-2E1CDBFC3F09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9B3126D2-A17B-2018-0521-492B0A17F713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1B1A0A9A-4EF8-24A3-6EA8-741DB8BAC55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DE3B9029-1E6C-CEB0-FD79-ED175B8FB30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E5CC885B-1CEC-16DF-961B-864BD9195245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5" name="Table 0">
            <a:extLst>
              <a:ext uri="{FF2B5EF4-FFF2-40B4-BE49-F238E27FC236}">
                <a16:creationId xmlns:a16="http://schemas.microsoft.com/office/drawing/2014/main" id="{B9534E70-457C-C886-100E-29BA3D9374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6062735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.[5].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.[6].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.[7].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.[8].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technical.competencies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.[9].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36695FF2-DC3B-0C64-3A02-FB3B5A800DEC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0AA0F7-6C06-DC7E-EDC8-BDCAD0E32CF7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55DBA89-CF26-9DB8-7D0E-B0F06470F204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68B1254-C772-12C9-4675-44AB33AEDB8E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A21D46B-0464-D491-F7EA-F8D3AD425EDE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.[5]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88E824-113A-4F38-9A00-770A15797A27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966453-2CA9-C370-1557-0CD5A5D12FC4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5C39EC-CDA0-F285-1D83-9F984F1EF2D0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BDD97EC-7722-8478-C26D-C59712888E3C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2760E9-072B-1F9A-8F6F-C49ADD3076DA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.[6]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377D4A-7AE5-9E15-73C3-8D9FC34EC84C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01E3730-927D-95D7-2116-C066C719C676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3DE2F5-21DA-06DD-D983-5BA972328C80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AA59959-4695-A2CD-E5D0-D2AC6B32CE52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90AB25-9B6C-91BA-AA42-BA5D59C92F36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.[7]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21C38B9-D8B3-8FDB-F6F7-1BF76A4D2282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1B2C630-91EA-25A5-5BC5-4F5E51D93CDB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C8E3BE0-592E-5BD8-E672-6AB7C8E44FF1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30F0DB9-9FF0-0D6F-0BA6-AD0BC706BE72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F08C41-27E3-5D31-F838-70F84567B8EA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.[8]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3FC628-E67F-6694-361F-14501D8CA208}"/>
              </a:ext>
            </a:extLst>
          </p:cNvPr>
          <p:cNvSpPr txBox="1"/>
          <p:nvPr/>
        </p:nvSpPr>
        <p:spPr>
          <a:xfrm>
            <a:off x="1882137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96E3AF8-1C74-4441-7964-F57B667A439E}"/>
              </a:ext>
            </a:extLst>
          </p:cNvPr>
          <p:cNvSpPr txBox="1"/>
          <p:nvPr/>
        </p:nvSpPr>
        <p:spPr>
          <a:xfrm>
            <a:off x="3235554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6ED79-1102-73CF-632B-6CD5F6BA9337}"/>
              </a:ext>
            </a:extLst>
          </p:cNvPr>
          <p:cNvSpPr txBox="1"/>
          <p:nvPr/>
        </p:nvSpPr>
        <p:spPr>
          <a:xfrm>
            <a:off x="5945421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2E844D3-183A-ADE9-EE2D-4F29F44168F9}"/>
              </a:ext>
            </a:extLst>
          </p:cNvPr>
          <p:cNvSpPr txBox="1"/>
          <p:nvPr/>
        </p:nvSpPr>
        <p:spPr>
          <a:xfrm>
            <a:off x="4591460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BF18B7-1982-F9A6-24C1-1C83DA37AED5}"/>
              </a:ext>
            </a:extLst>
          </p:cNvPr>
          <p:cNvSpPr txBox="1"/>
          <p:nvPr/>
        </p:nvSpPr>
        <p:spPr>
          <a:xfrm>
            <a:off x="7302422" y="4068135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technical.competencies</a:t>
            </a:r>
            <a:r>
              <a:rPr lang="en-US" sz="400" b="1" dirty="0">
                <a:solidFill>
                  <a:srgbClr val="00FF00"/>
                </a:solidFill>
              </a:rPr>
              <a:t>.[9]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612296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CF5729-1B19-F43C-5AF1-53E760D427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13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640080" y="134874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Behavioral Competencies Scores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17CFDBA-0023-5BE2-04FA-57BCBE3FA0F3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1D1E4012-1A38-9B33-ABBF-F229BEA0B478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04EF9932-CB44-6CD5-D836-A8F5E212810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89BE46D2-9F4D-0322-F641-BF30DEFDF81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314875E4-6950-1364-7886-EAD851685387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B54ED4B0-E6AE-FCAF-4FF0-E1DFC9E2C9E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D99001D6-E3D8-CABA-55E4-C69F43E7ADC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4BF86303-3440-178F-BB64-AA2D4E60611B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8C048CCE-88AB-3DF0-D0E4-D7AE635054F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B886D4FE-2533-3E8E-67C4-C1393029D28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6" name="Group 2">
            <a:extLst>
              <a:ext uri="{FF2B5EF4-FFF2-40B4-BE49-F238E27FC236}">
                <a16:creationId xmlns:a16="http://schemas.microsoft.com/office/drawing/2014/main" id="{B01F5737-D38C-B344-EEE3-CD65C82510A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7" name="Picture 3">
              <a:extLst>
                <a:ext uri="{FF2B5EF4-FFF2-40B4-BE49-F238E27FC236}">
                  <a16:creationId xmlns:a16="http://schemas.microsoft.com/office/drawing/2014/main" id="{59928D69-BE86-1AEA-C0B8-8507B2A9A21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8" name="TextBox 3">
              <a:extLst>
                <a:ext uri="{FF2B5EF4-FFF2-40B4-BE49-F238E27FC236}">
                  <a16:creationId xmlns:a16="http://schemas.microsoft.com/office/drawing/2014/main" id="{BF001C78-FDF7-229E-25C8-B4ABE59E3DDE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9" name="Group 2">
            <a:extLst>
              <a:ext uri="{FF2B5EF4-FFF2-40B4-BE49-F238E27FC236}">
                <a16:creationId xmlns:a16="http://schemas.microsoft.com/office/drawing/2014/main" id="{65D3CF60-29A3-5ECE-785E-1C219F88E908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30" name="Picture 3">
              <a:extLst>
                <a:ext uri="{FF2B5EF4-FFF2-40B4-BE49-F238E27FC236}">
                  <a16:creationId xmlns:a16="http://schemas.microsoft.com/office/drawing/2014/main" id="{BE9F8885-210B-7C43-3016-4CFC9C50E280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4C5B0F52-B398-C71D-F955-3E32D300D1C3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2" name="Text 12">
            <a:extLst>
              <a:ext uri="{FF2B5EF4-FFF2-40B4-BE49-F238E27FC236}">
                <a16:creationId xmlns:a16="http://schemas.microsoft.com/office/drawing/2014/main" id="{396F39A6-3BB0-D928-E1F7-BA4F6FCCEA6A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17" name="Chart 0">
            <a:extLst>
              <a:ext uri="{FF2B5EF4-FFF2-40B4-BE49-F238E27FC236}">
                <a16:creationId xmlns:a16="http://schemas.microsoft.com/office/drawing/2014/main" id="{DC97432D-9303-686A-B2CE-BE51C3CB680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34513365"/>
              </p:ext>
            </p:extLst>
          </p:nvPr>
        </p:nvGraphicFramePr>
        <p:xfrm>
          <a:off x="651273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8EAB7-657A-D74D-6E0F-6105B66BB6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CC9391A-4735-5C0F-31BF-D86451918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72CB5724-3465-60A3-3691-7589ABAE4322}"/>
              </a:ext>
            </a:extLst>
          </p:cNvPr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4CA59803-1AC8-5942-A328-8A0D361F7D94}"/>
              </a:ext>
            </a:extLst>
          </p:cNvPr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50AFEC20-1FF1-66A6-1A56-5A87443E681F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78D14A4F-EBB6-8126-2DB8-C71729D5165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291CE901-E297-8BCE-7E84-513FEC63D07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8" name="TextBox 3">
              <a:extLst>
                <a:ext uri="{FF2B5EF4-FFF2-40B4-BE49-F238E27FC236}">
                  <a16:creationId xmlns:a16="http://schemas.microsoft.com/office/drawing/2014/main" id="{14CBF3F5-8959-A17A-6CDC-C37892D365F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9" name="Group 2">
            <a:extLst>
              <a:ext uri="{FF2B5EF4-FFF2-40B4-BE49-F238E27FC236}">
                <a16:creationId xmlns:a16="http://schemas.microsoft.com/office/drawing/2014/main" id="{5A5EA0FD-62E8-FFF1-52EA-312892860F4E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10" name="Picture 3">
              <a:extLst>
                <a:ext uri="{FF2B5EF4-FFF2-40B4-BE49-F238E27FC236}">
                  <a16:creationId xmlns:a16="http://schemas.microsoft.com/office/drawing/2014/main" id="{86BB0F10-50C4-BCAD-FD77-E052D234E2B3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1" name="TextBox 3">
              <a:extLst>
                <a:ext uri="{FF2B5EF4-FFF2-40B4-BE49-F238E27FC236}">
                  <a16:creationId xmlns:a16="http://schemas.microsoft.com/office/drawing/2014/main" id="{8C3F57D0-6AC6-4F1F-0EC6-C118FF40DCA1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2" name="Group 2">
            <a:extLst>
              <a:ext uri="{FF2B5EF4-FFF2-40B4-BE49-F238E27FC236}">
                <a16:creationId xmlns:a16="http://schemas.microsoft.com/office/drawing/2014/main" id="{307046F6-4B63-3BBD-8579-C9B3BCE73840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517E8BB1-7C16-F260-1912-CE45715904B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5" name="TextBox 3">
              <a:extLst>
                <a:ext uri="{FF2B5EF4-FFF2-40B4-BE49-F238E27FC236}">
                  <a16:creationId xmlns:a16="http://schemas.microsoft.com/office/drawing/2014/main" id="{9FA0A6E4-031F-A3DC-ACD0-C64AE1FE2F35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5" name="Group 2">
            <a:extLst>
              <a:ext uri="{FF2B5EF4-FFF2-40B4-BE49-F238E27FC236}">
                <a16:creationId xmlns:a16="http://schemas.microsoft.com/office/drawing/2014/main" id="{E42652DB-89D9-207B-8F22-67A0CE0C0DE4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6" name="Picture 3">
              <a:extLst>
                <a:ext uri="{FF2B5EF4-FFF2-40B4-BE49-F238E27FC236}">
                  <a16:creationId xmlns:a16="http://schemas.microsoft.com/office/drawing/2014/main" id="{FCFB7CFE-4A05-EF59-CD91-F9056E6E1A4A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7" name="TextBox 3">
              <a:extLst>
                <a:ext uri="{FF2B5EF4-FFF2-40B4-BE49-F238E27FC236}">
                  <a16:creationId xmlns:a16="http://schemas.microsoft.com/office/drawing/2014/main" id="{555A58E9-C238-FBA1-6DD2-CFA6CE9440FF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8" name="Group 2">
            <a:extLst>
              <a:ext uri="{FF2B5EF4-FFF2-40B4-BE49-F238E27FC236}">
                <a16:creationId xmlns:a16="http://schemas.microsoft.com/office/drawing/2014/main" id="{8D6B8486-2002-148C-8368-18203B9BED10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9" name="Picture 3">
              <a:extLst>
                <a:ext uri="{FF2B5EF4-FFF2-40B4-BE49-F238E27FC236}">
                  <a16:creationId xmlns:a16="http://schemas.microsoft.com/office/drawing/2014/main" id="{ED2ADF65-98B5-ECA4-6949-DBB61A838521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0" name="TextBox 3">
              <a:extLst>
                <a:ext uri="{FF2B5EF4-FFF2-40B4-BE49-F238E27FC236}">
                  <a16:creationId xmlns:a16="http://schemas.microsoft.com/office/drawing/2014/main" id="{927028C4-BA5F-AB51-590C-16F28DDEA9D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1" name="Text 12">
            <a:extLst>
              <a:ext uri="{FF2B5EF4-FFF2-40B4-BE49-F238E27FC236}">
                <a16:creationId xmlns:a16="http://schemas.microsoft.com/office/drawing/2014/main" id="{A273EA7D-1F56-88BE-3CA2-3B93B5E9AF10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5C78A46E-1739-F008-9497-A9F0062E7FCE}"/>
              </a:ext>
            </a:extLst>
          </p:cNvPr>
          <p:cNvGrpSpPr/>
          <p:nvPr/>
        </p:nvGrpSpPr>
        <p:grpSpPr>
          <a:xfrm>
            <a:off x="716507" y="1215725"/>
            <a:ext cx="7424383" cy="3833946"/>
            <a:chOff x="1688760" y="3975120"/>
            <a:chExt cx="1111320" cy="904680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2AAC56C-22FD-BD96-3D24-AAA6F8AA83C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975120"/>
              <a:ext cx="1111320" cy="9046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6" name="TextBox 3">
              <a:extLst>
                <a:ext uri="{FF2B5EF4-FFF2-40B4-BE49-F238E27FC236}">
                  <a16:creationId xmlns:a16="http://schemas.microsoft.com/office/drawing/2014/main" id="{0760C976-0812-9145-255E-C515DE7B441F}"/>
                </a:ext>
              </a:extLst>
            </p:cNvPr>
            <p:cNvSpPr/>
            <p:nvPr/>
          </p:nvSpPr>
          <p:spPr>
            <a:xfrm>
              <a:off x="1688760" y="4025160"/>
              <a:ext cx="1086480" cy="43232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</a:t>
              </a:r>
              <a:r>
                <a:rPr lang="fr-FR" sz="600" dirty="0" err="1"/>
                <a:t>behavioral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.competencies}} 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dataRadarImageUrl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fr-FR" sz="600" dirty="0" err="1"/>
                <a:t>behavioral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.competencies)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 {{/if}}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960954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Picture 3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3F00BD5-7F59-02A7-2146-680B0C84A7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FE1443F-DB52-CE13-C350-A1A76C4DA1F8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grpSp>
        <p:nvGrpSpPr>
          <p:cNvPr id="4" name="Group 2">
            <a:extLst>
              <a:ext uri="{FF2B5EF4-FFF2-40B4-BE49-F238E27FC236}">
                <a16:creationId xmlns:a16="http://schemas.microsoft.com/office/drawing/2014/main" id="{06D73569-08E9-38C2-204C-96F7ACB4FD9B}"/>
              </a:ext>
            </a:extLst>
          </p:cNvPr>
          <p:cNvGrpSpPr/>
          <p:nvPr/>
        </p:nvGrpSpPr>
        <p:grpSpPr>
          <a:xfrm>
            <a:off x="4620264" y="720000"/>
            <a:ext cx="648000" cy="198000"/>
            <a:chOff x="1791668" y="3999679"/>
            <a:chExt cx="1047914" cy="603129"/>
          </a:xfrm>
        </p:grpSpPr>
        <p:pic>
          <p:nvPicPr>
            <p:cNvPr id="6" name="Picture 3">
              <a:extLst>
                <a:ext uri="{FF2B5EF4-FFF2-40B4-BE49-F238E27FC236}">
                  <a16:creationId xmlns:a16="http://schemas.microsoft.com/office/drawing/2014/main" id="{73684418-069C-94F3-EA17-674319A10CE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7" name="TextBox 3">
              <a:extLst>
                <a:ext uri="{FF2B5EF4-FFF2-40B4-BE49-F238E27FC236}">
                  <a16:creationId xmlns:a16="http://schemas.microsoft.com/office/drawing/2014/main" id="{FF5738FB-169E-7923-F3CF-A51EDAC1BFE7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Foundation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1))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8" name="Group 2">
            <a:extLst>
              <a:ext uri="{FF2B5EF4-FFF2-40B4-BE49-F238E27FC236}">
                <a16:creationId xmlns:a16="http://schemas.microsoft.com/office/drawing/2014/main" id="{410595AE-0567-78F0-4156-06B8782F8AF1}"/>
              </a:ext>
            </a:extLst>
          </p:cNvPr>
          <p:cNvGrpSpPr/>
          <p:nvPr/>
        </p:nvGrpSpPr>
        <p:grpSpPr>
          <a:xfrm>
            <a:off x="6308856" y="720000"/>
            <a:ext cx="648000" cy="198000"/>
            <a:chOff x="1791668" y="3999679"/>
            <a:chExt cx="1047914" cy="603129"/>
          </a:xfrm>
        </p:grpSpPr>
        <p:pic>
          <p:nvPicPr>
            <p:cNvPr id="9" name="Picture 3">
              <a:extLst>
                <a:ext uri="{FF2B5EF4-FFF2-40B4-BE49-F238E27FC236}">
                  <a16:creationId xmlns:a16="http://schemas.microsoft.com/office/drawing/2014/main" id="{065FA7D1-86F9-2611-5AF0-BC06A41C9878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Box 3">
              <a:extLst>
                <a:ext uri="{FF2B5EF4-FFF2-40B4-BE49-F238E27FC236}">
                  <a16:creationId xmlns:a16="http://schemas.microsoft.com/office/drawing/2014/main" id="{799B0B75-B24E-95AC-16D4-9DB2A9D72812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"Advanced"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3))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11" name="Group 2">
            <a:extLst>
              <a:ext uri="{FF2B5EF4-FFF2-40B4-BE49-F238E27FC236}">
                <a16:creationId xmlns:a16="http://schemas.microsoft.com/office/drawing/2014/main" id="{FA38F35B-3642-54AC-A87C-DF09D79C672A}"/>
              </a:ext>
            </a:extLst>
          </p:cNvPr>
          <p:cNvGrpSpPr/>
          <p:nvPr/>
        </p:nvGrpSpPr>
        <p:grpSpPr>
          <a:xfrm>
            <a:off x="5464560" y="720000"/>
            <a:ext cx="648000" cy="198000"/>
            <a:chOff x="1791668" y="3999679"/>
            <a:chExt cx="1047914" cy="603129"/>
          </a:xfrm>
        </p:grpSpPr>
        <p:pic>
          <p:nvPicPr>
            <p:cNvPr id="12" name="Picture 3">
              <a:extLst>
                <a:ext uri="{FF2B5EF4-FFF2-40B4-BE49-F238E27FC236}">
                  <a16:creationId xmlns:a16="http://schemas.microsoft.com/office/drawing/2014/main" id="{5A367ACC-0C53-B1C2-4D3D-A5CA85BD9E3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3" name="TextBox 3">
              <a:extLst>
                <a:ext uri="{FF2B5EF4-FFF2-40B4-BE49-F238E27FC236}">
                  <a16:creationId xmlns:a16="http://schemas.microsoft.com/office/drawing/2014/main" id="{21B3FD3A-D644-115D-5314-D9D1E568264A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</a:t>
              </a:r>
              <a:r>
                <a:rPr lang="fr-FR" sz="100" b="1" dirty="0" err="1">
                  <a:latin typeface="Arial"/>
                </a:rPr>
                <a:t>Intermediate</a:t>
              </a:r>
              <a:r>
                <a:rPr lang="fr-FR" sz="100" b="1" dirty="0">
                  <a:latin typeface="Arial"/>
                </a:rPr>
                <a:t>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2))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4" name="Group 2">
            <a:extLst>
              <a:ext uri="{FF2B5EF4-FFF2-40B4-BE49-F238E27FC236}">
                <a16:creationId xmlns:a16="http://schemas.microsoft.com/office/drawing/2014/main" id="{C71ED2DF-47E0-D2FE-C157-D525593493CA}"/>
              </a:ext>
            </a:extLst>
          </p:cNvPr>
          <p:cNvGrpSpPr/>
          <p:nvPr/>
        </p:nvGrpSpPr>
        <p:grpSpPr>
          <a:xfrm>
            <a:off x="7153152" y="720000"/>
            <a:ext cx="648000" cy="198000"/>
            <a:chOff x="1791668" y="3999679"/>
            <a:chExt cx="1047914" cy="603129"/>
          </a:xfrm>
        </p:grpSpPr>
        <p:pic>
          <p:nvPicPr>
            <p:cNvPr id="25" name="Picture 3">
              <a:extLst>
                <a:ext uri="{FF2B5EF4-FFF2-40B4-BE49-F238E27FC236}">
                  <a16:creationId xmlns:a16="http://schemas.microsoft.com/office/drawing/2014/main" id="{AD55635D-37BE-A854-6167-BB32FFA21D7C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6" name="TextBox 3">
              <a:extLst>
                <a:ext uri="{FF2B5EF4-FFF2-40B4-BE49-F238E27FC236}">
                  <a16:creationId xmlns:a16="http://schemas.microsoft.com/office/drawing/2014/main" id="{8B595644-C5D1-1838-416B-192EB12F3FBC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>
                  <a:latin typeface="Arial"/>
                </a:rPr>
                <a:t>{{</a:t>
              </a:r>
              <a:r>
                <a:rPr lang="fr-FR" sz="100" b="1" dirty="0" err="1">
                  <a:latin typeface="Arial"/>
                </a:rPr>
                <a:t>pptxImage</a:t>
              </a:r>
              <a:r>
                <a:rPr lang="fr-FR" sz="100" b="1" dirty="0">
                  <a:latin typeface="Arial"/>
                </a:rPr>
                <a:t> src=(</a:t>
              </a:r>
              <a:r>
                <a:rPr lang="fr-FR" sz="100" b="1" dirty="0" err="1">
                  <a:latin typeface="Arial"/>
                </a:rPr>
                <a:t>getLevelImageUrl</a:t>
              </a:r>
              <a:r>
                <a:rPr lang="fr-FR" sz="100" b="1" dirty="0">
                  <a:latin typeface="Arial"/>
                </a:rPr>
                <a:t> "Expert" (eq </a:t>
              </a:r>
              <a:r>
                <a:rPr lang="fr-FR" sz="100" b="1" dirty="0" err="1">
                  <a:latin typeface="Arial"/>
                </a:rPr>
                <a:t>overallLevel</a:t>
              </a:r>
              <a:r>
                <a:rPr lang="fr-FR" sz="100" b="1" dirty="0">
                  <a:latin typeface="Arial"/>
                </a:rPr>
                <a:t> 4)) </a:t>
              </a:r>
              <a:r>
                <a:rPr lang="fr-FR" sz="100" b="1" dirty="0" err="1">
                  <a:latin typeface="Arial"/>
                </a:rPr>
                <a:t>usePlaceholderSize</a:t>
              </a:r>
              <a:r>
                <a:rPr lang="fr-FR" sz="100" b="1" dirty="0">
                  <a:latin typeface="Arial"/>
                </a:rPr>
                <a:t>=</a:t>
              </a:r>
              <a:r>
                <a:rPr lang="fr-FR" sz="100" b="1" dirty="0" err="1">
                  <a:latin typeface="Arial"/>
                </a:rPr>
                <a:t>true</a:t>
              </a:r>
              <a:r>
                <a:rPr lang="fr-FR" sz="100" b="1" dirty="0">
                  <a:latin typeface="Arial"/>
                </a:rPr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grpSp>
        <p:nvGrpSpPr>
          <p:cNvPr id="27" name="Group 2">
            <a:extLst>
              <a:ext uri="{FF2B5EF4-FFF2-40B4-BE49-F238E27FC236}">
                <a16:creationId xmlns:a16="http://schemas.microsoft.com/office/drawing/2014/main" id="{A7FD5187-195F-8687-13DA-BC6C95A9B319}"/>
              </a:ext>
            </a:extLst>
          </p:cNvPr>
          <p:cNvGrpSpPr/>
          <p:nvPr/>
        </p:nvGrpSpPr>
        <p:grpSpPr>
          <a:xfrm>
            <a:off x="7997448" y="720000"/>
            <a:ext cx="648000" cy="198000"/>
            <a:chOff x="1791668" y="3999679"/>
            <a:chExt cx="1047914" cy="603129"/>
          </a:xfrm>
        </p:grpSpPr>
        <p:pic>
          <p:nvPicPr>
            <p:cNvPr id="28" name="Picture 3">
              <a:extLst>
                <a:ext uri="{FF2B5EF4-FFF2-40B4-BE49-F238E27FC236}">
                  <a16:creationId xmlns:a16="http://schemas.microsoft.com/office/drawing/2014/main" id="{7FD648A2-7CD3-730A-EEF3-B028317BBF2B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1668" y="3999679"/>
              <a:ext cx="1047914" cy="603129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9" name="TextBox 3">
              <a:extLst>
                <a:ext uri="{FF2B5EF4-FFF2-40B4-BE49-F238E27FC236}">
                  <a16:creationId xmlns:a16="http://schemas.microsoft.com/office/drawing/2014/main" id="{71EEEC25-6008-DCAA-6380-9F9524704E40}"/>
                </a:ext>
              </a:extLst>
            </p:cNvPr>
            <p:cNvSpPr/>
            <p:nvPr/>
          </p:nvSpPr>
          <p:spPr>
            <a:xfrm>
              <a:off x="1842623" y="4071701"/>
              <a:ext cx="890044" cy="3705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square" lIns="90000" tIns="45000" rIns="90000" bIns="45000" anchor="t">
              <a:spAutoFit/>
            </a:bodyPr>
            <a:lstStyle/>
            <a:p>
              <a:r>
                <a:rPr lang="fr-FR" sz="100" b="1" dirty="0"/>
                <a:t>{{</a:t>
              </a:r>
              <a:r>
                <a:rPr lang="fr-FR" sz="100" b="1" dirty="0" err="1"/>
                <a:t>pptxImage</a:t>
              </a:r>
              <a:r>
                <a:rPr lang="fr-FR" sz="100" b="1" dirty="0"/>
                <a:t> src=(</a:t>
              </a:r>
              <a:r>
                <a:rPr lang="fr-FR" sz="100" b="1" dirty="0" err="1"/>
                <a:t>getLevelImageUrl</a:t>
              </a:r>
              <a:r>
                <a:rPr lang="fr-FR" sz="100" b="1" dirty="0"/>
                <a:t> "</a:t>
              </a:r>
              <a:r>
                <a:rPr lang="fr-FR" sz="100" b="1" dirty="0" err="1"/>
                <a:t>Overqualified</a:t>
              </a:r>
              <a:r>
                <a:rPr lang="fr-FR" sz="100" b="1" dirty="0"/>
                <a:t>" (eq </a:t>
              </a:r>
              <a:r>
                <a:rPr lang="fr-FR" sz="100" b="1" dirty="0" err="1"/>
                <a:t>overallLevel</a:t>
              </a:r>
              <a:r>
                <a:rPr lang="fr-FR" sz="100" b="1" dirty="0"/>
                <a:t> 5)) </a:t>
              </a:r>
              <a:r>
                <a:rPr lang="fr-FR" sz="100" b="1" dirty="0" err="1"/>
                <a:t>usePlaceholderSize</a:t>
              </a:r>
              <a:r>
                <a:rPr lang="fr-FR" sz="100" b="1" dirty="0"/>
                <a:t>=</a:t>
              </a:r>
              <a:r>
                <a:rPr lang="fr-FR" sz="100" b="1" dirty="0" err="1"/>
                <a:t>true</a:t>
              </a:r>
              <a:r>
                <a:rPr lang="fr-FR" sz="100" b="1" dirty="0"/>
                <a:t>}}</a:t>
              </a:r>
              <a:endParaRPr lang="fr-FR" sz="100" b="1" u="none" strike="noStrike" dirty="0">
                <a:effectLst/>
                <a:uFillTx/>
                <a:latin typeface="Arial"/>
              </a:endParaRPr>
            </a:p>
          </p:txBody>
        </p:sp>
      </p:grpSp>
      <p:sp>
        <p:nvSpPr>
          <p:cNvPr id="30" name="Text 12">
            <a:extLst>
              <a:ext uri="{FF2B5EF4-FFF2-40B4-BE49-F238E27FC236}">
                <a16:creationId xmlns:a16="http://schemas.microsoft.com/office/drawing/2014/main" id="{8047B62E-2C1C-6D85-BD32-64C9B5C25DA9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49" name="Table 0">
            <a:extLst>
              <a:ext uri="{FF2B5EF4-FFF2-40B4-BE49-F238E27FC236}">
                <a16:creationId xmlns:a16="http://schemas.microsoft.com/office/drawing/2014/main" id="{AFA6B07B-A149-A21C-CDAB-3BE9DC9BCD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787545"/>
              </p:ext>
            </p:extLst>
          </p:nvPr>
        </p:nvGraphicFramePr>
        <p:xfrm>
          <a:off x="504279" y="1434520"/>
          <a:ext cx="8136000" cy="3024000"/>
        </p:xfrm>
        <a:graphic>
          <a:graphicData uri="http://schemas.openxmlformats.org/drawingml/2006/table">
            <a:tbl>
              <a:tblPr/>
              <a:tblGrid>
                <a:gridCol w="135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56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40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Competency Name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163E6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6B9D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Intermediate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Advanced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69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3E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Overqualified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D913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.[0].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5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.[1].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6461498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.[2].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7550867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.[3].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55255750"/>
                  </a:ext>
                </a:extLst>
              </a:tr>
              <a:tr h="50400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{{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behavioral.competencies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.[4].</a:t>
                      </a:r>
                      <a:r>
                        <a:rPr lang="fr-FR" sz="1000" dirty="0" err="1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name</a:t>
                      </a:r>
                      <a:r>
                        <a:rPr lang="fr-FR" sz="1000" dirty="0">
                          <a:solidFill>
                            <a:srgbClr val="365167"/>
                          </a:solidFill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}}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0" marT="0" marB="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7123417"/>
                  </a:ext>
                </a:extLst>
              </a:tr>
            </a:tbl>
          </a:graphicData>
        </a:graphic>
      </p:graphicFrame>
      <p:sp>
        <p:nvSpPr>
          <p:cNvPr id="50" name="TextBox 49">
            <a:extLst>
              <a:ext uri="{FF2B5EF4-FFF2-40B4-BE49-F238E27FC236}">
                <a16:creationId xmlns:a16="http://schemas.microsoft.com/office/drawing/2014/main" id="{13C902AF-1F6C-F650-BAEC-C866C072858B}"/>
              </a:ext>
            </a:extLst>
          </p:cNvPr>
          <p:cNvSpPr txBox="1"/>
          <p:nvPr/>
        </p:nvSpPr>
        <p:spPr>
          <a:xfrm>
            <a:off x="1876473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326745B-2D34-46CB-D0DF-0A23B53CF3CC}"/>
              </a:ext>
            </a:extLst>
          </p:cNvPr>
          <p:cNvSpPr txBox="1"/>
          <p:nvPr/>
        </p:nvSpPr>
        <p:spPr>
          <a:xfrm>
            <a:off x="3229890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B084BE1-8702-D92B-46E6-2BF3E36E91C3}"/>
              </a:ext>
            </a:extLst>
          </p:cNvPr>
          <p:cNvSpPr txBox="1"/>
          <p:nvPr/>
        </p:nvSpPr>
        <p:spPr>
          <a:xfrm>
            <a:off x="5939757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BD1BAD8-88E3-976D-7729-AF3791FEDB70}"/>
              </a:ext>
            </a:extLst>
          </p:cNvPr>
          <p:cNvSpPr txBox="1"/>
          <p:nvPr/>
        </p:nvSpPr>
        <p:spPr>
          <a:xfrm>
            <a:off x="4585796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C922527-16AB-9B2F-A45F-953F93C5E65B}"/>
              </a:ext>
            </a:extLst>
          </p:cNvPr>
          <p:cNvSpPr txBox="1"/>
          <p:nvPr/>
        </p:nvSpPr>
        <p:spPr>
          <a:xfrm>
            <a:off x="7296758" y="2052000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.[0]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0A6F4A0-86FF-81D8-9A84-2AF3E035AB7A}"/>
              </a:ext>
            </a:extLst>
          </p:cNvPr>
          <p:cNvSpPr txBox="1"/>
          <p:nvPr/>
        </p:nvSpPr>
        <p:spPr>
          <a:xfrm>
            <a:off x="1880921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24B8ACC-7D22-DD11-BACE-4DC516565A61}"/>
              </a:ext>
            </a:extLst>
          </p:cNvPr>
          <p:cNvSpPr txBox="1"/>
          <p:nvPr/>
        </p:nvSpPr>
        <p:spPr>
          <a:xfrm>
            <a:off x="3234338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9810B6F-5F49-02BC-7DEA-589683EDC759}"/>
              </a:ext>
            </a:extLst>
          </p:cNvPr>
          <p:cNvSpPr txBox="1"/>
          <p:nvPr/>
        </p:nvSpPr>
        <p:spPr>
          <a:xfrm>
            <a:off x="5944205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91812AE-D81C-AF80-6AA7-819D0C58C1DB}"/>
              </a:ext>
            </a:extLst>
          </p:cNvPr>
          <p:cNvSpPr txBox="1"/>
          <p:nvPr/>
        </p:nvSpPr>
        <p:spPr>
          <a:xfrm>
            <a:off x="4590244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3D4A974-807E-FDE6-7F1E-10F4D94FB0E8}"/>
              </a:ext>
            </a:extLst>
          </p:cNvPr>
          <p:cNvSpPr txBox="1"/>
          <p:nvPr/>
        </p:nvSpPr>
        <p:spPr>
          <a:xfrm>
            <a:off x="7301206" y="2569074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.[1]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E2EFDE-58AD-05A7-EF28-4990C5852572}"/>
              </a:ext>
            </a:extLst>
          </p:cNvPr>
          <p:cNvSpPr txBox="1"/>
          <p:nvPr/>
        </p:nvSpPr>
        <p:spPr>
          <a:xfrm>
            <a:off x="1876879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743C60B-5116-1EFF-25DC-6E527E18D008}"/>
              </a:ext>
            </a:extLst>
          </p:cNvPr>
          <p:cNvSpPr txBox="1"/>
          <p:nvPr/>
        </p:nvSpPr>
        <p:spPr>
          <a:xfrm>
            <a:off x="3230296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D5AD478-828D-D731-D22B-1BFE8A8DC702}"/>
              </a:ext>
            </a:extLst>
          </p:cNvPr>
          <p:cNvSpPr txBox="1"/>
          <p:nvPr/>
        </p:nvSpPr>
        <p:spPr>
          <a:xfrm>
            <a:off x="5940163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4CCB0BF-8772-21C1-2752-F10DB13CF3AD}"/>
              </a:ext>
            </a:extLst>
          </p:cNvPr>
          <p:cNvSpPr txBox="1"/>
          <p:nvPr/>
        </p:nvSpPr>
        <p:spPr>
          <a:xfrm>
            <a:off x="4586202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7D6890-A68E-7C6C-B36D-E436030F39C3}"/>
              </a:ext>
            </a:extLst>
          </p:cNvPr>
          <p:cNvSpPr txBox="1"/>
          <p:nvPr/>
        </p:nvSpPr>
        <p:spPr>
          <a:xfrm>
            <a:off x="7297164" y="307187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.[2]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A73A92-96B7-6118-1610-24421D6DC2E5}"/>
              </a:ext>
            </a:extLst>
          </p:cNvPr>
          <p:cNvSpPr txBox="1"/>
          <p:nvPr/>
        </p:nvSpPr>
        <p:spPr>
          <a:xfrm>
            <a:off x="1882119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9CD1D73-20F6-3844-6B94-CE0D44C93714}"/>
              </a:ext>
            </a:extLst>
          </p:cNvPr>
          <p:cNvSpPr txBox="1"/>
          <p:nvPr/>
        </p:nvSpPr>
        <p:spPr>
          <a:xfrm>
            <a:off x="3235536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0337FDB-1188-BF3E-897C-73602E1D39AA}"/>
              </a:ext>
            </a:extLst>
          </p:cNvPr>
          <p:cNvSpPr txBox="1"/>
          <p:nvPr/>
        </p:nvSpPr>
        <p:spPr>
          <a:xfrm>
            <a:off x="5945403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B41DFACF-020B-F536-F7C7-D5406480728E}"/>
              </a:ext>
            </a:extLst>
          </p:cNvPr>
          <p:cNvSpPr txBox="1"/>
          <p:nvPr/>
        </p:nvSpPr>
        <p:spPr>
          <a:xfrm>
            <a:off x="4591442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818C8AD-0114-49B5-D5FA-58063F07B0F6}"/>
              </a:ext>
            </a:extLst>
          </p:cNvPr>
          <p:cNvSpPr txBox="1"/>
          <p:nvPr/>
        </p:nvSpPr>
        <p:spPr>
          <a:xfrm>
            <a:off x="7302404" y="3564807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.[3]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56F60B-D1E8-0A4B-B8CE-456709A46C80}"/>
              </a:ext>
            </a:extLst>
          </p:cNvPr>
          <p:cNvSpPr txBox="1"/>
          <p:nvPr/>
        </p:nvSpPr>
        <p:spPr>
          <a:xfrm>
            <a:off x="1882137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1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CC14407-D565-6367-227A-D13743953FBC}"/>
              </a:ext>
            </a:extLst>
          </p:cNvPr>
          <p:cNvSpPr txBox="1"/>
          <p:nvPr/>
        </p:nvSpPr>
        <p:spPr>
          <a:xfrm>
            <a:off x="3235554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2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4C807AD-0B6A-D14E-5EA4-E9A2CC0A64A9}"/>
              </a:ext>
            </a:extLst>
          </p:cNvPr>
          <p:cNvSpPr txBox="1"/>
          <p:nvPr/>
        </p:nvSpPr>
        <p:spPr>
          <a:xfrm>
            <a:off x="5945421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4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28BB35F-66D4-CC6E-00B7-79B117841A15}"/>
              </a:ext>
            </a:extLst>
          </p:cNvPr>
          <p:cNvSpPr txBox="1"/>
          <p:nvPr/>
        </p:nvSpPr>
        <p:spPr>
          <a:xfrm>
            <a:off x="4591460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3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E0D68A5-3B93-18E0-CDF3-4B8AE8A51593}"/>
              </a:ext>
            </a:extLst>
          </p:cNvPr>
          <p:cNvSpPr txBox="1"/>
          <p:nvPr/>
        </p:nvSpPr>
        <p:spPr>
          <a:xfrm>
            <a:off x="7302422" y="4061208"/>
            <a:ext cx="1285567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ctr">
              <a:defRPr/>
            </a:pPr>
            <a:r>
              <a:rPr lang="en-US" sz="1300" b="1" dirty="0">
                <a:solidFill>
                  <a:srgbClr val="00FF00"/>
                </a:solidFill>
              </a:rPr>
              <a:t>{{</a:t>
            </a:r>
            <a:r>
              <a:rPr lang="en-US" sz="400" b="1" dirty="0" err="1">
                <a:solidFill>
                  <a:srgbClr val="00FF00"/>
                </a:solidFill>
              </a:rPr>
              <a:t>levelIconIf</a:t>
            </a:r>
            <a:r>
              <a:rPr lang="en-US" sz="400" b="1" dirty="0">
                <a:solidFill>
                  <a:srgbClr val="00FF00"/>
                </a:solidFill>
              </a:rPr>
              <a:t> </a:t>
            </a:r>
            <a:r>
              <a:rPr lang="en-US" sz="400" b="1" dirty="0" err="1">
                <a:solidFill>
                  <a:srgbClr val="00FF00"/>
                </a:solidFill>
              </a:rPr>
              <a:t>behavioral.competencies</a:t>
            </a:r>
            <a:r>
              <a:rPr lang="en-US" sz="400" b="1" dirty="0">
                <a:solidFill>
                  <a:srgbClr val="00FF00"/>
                </a:solidFill>
              </a:rPr>
              <a:t>.[4] 5</a:t>
            </a:r>
            <a:r>
              <a:rPr lang="en-US" sz="1300" b="1" dirty="0">
                <a:solidFill>
                  <a:srgbClr val="00FF00"/>
                </a:solidFill>
              </a:rPr>
              <a:t>}}</a:t>
            </a:r>
            <a:endParaRPr lang="fr-FR" sz="1300" b="1" dirty="0">
              <a:solidFill>
                <a:srgbClr val="00FF00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7FC3ADE-49CA-3485-CC01-08366B39AC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16</a:t>
            </a:r>
            <a:endParaRPr lang="en-US" sz="800" dirty="0"/>
          </a:p>
        </p:txBody>
      </p:sp>
      <p:sp>
        <p:nvSpPr>
          <p:cNvPr id="5" name="Text 1"/>
          <p:cNvSpPr/>
          <p:nvPr/>
        </p:nvSpPr>
        <p:spPr>
          <a:xfrm>
            <a:off x="640080" y="1371600"/>
            <a:ext cx="800100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Personality Scale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E0EE4AE3-FF24-B780-6217-A640BB9F3686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F1668F37-C1B3-52AA-CC13-181D58B74AAB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aphicFrame>
        <p:nvGraphicFramePr>
          <p:cNvPr id="7" name="Chart 0">
            <a:extLst>
              <a:ext uri="{FF2B5EF4-FFF2-40B4-BE49-F238E27FC236}">
                <a16:creationId xmlns:a16="http://schemas.microsoft.com/office/drawing/2014/main" id="{75B961DD-CCC6-0195-FF6C-0E17872B250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5967107"/>
              </p:ext>
            </p:extLst>
          </p:nvPr>
        </p:nvGraphicFramePr>
        <p:xfrm>
          <a:off x="640080" y="1600200"/>
          <a:ext cx="800100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F386814-C9AA-809D-5C42-131C3FDA13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17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9224" y="1737360"/>
            <a:ext cx="7863840" cy="251460"/>
          </a:xfrm>
          <a:prstGeom prst="rect">
            <a:avLst/>
          </a:prstGeom>
          <a:solidFill>
            <a:srgbClr val="285C78"/>
          </a:solidFill>
          <a:ln w="6350">
            <a:solidFill>
              <a:srgbClr val="285C78"/>
            </a:solidFill>
          </a:ln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Arial (Headings)" pitchFamily="34" charset="0"/>
                <a:ea typeface="Arial (Headings)" pitchFamily="34" charset="-122"/>
                <a:cs typeface="Arial (Headings)" pitchFamily="34" charset="-120"/>
              </a:rPr>
              <a:t>HPI - Professional Scale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49224" y="2002536"/>
            <a:ext cx="7863840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en-15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137441779"/>
              </p:ext>
            </p:extLst>
          </p:nvPr>
        </p:nvGraphicFramePr>
        <p:xfrm>
          <a:off x="1203139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1554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personality.professionalScale.managerialPotential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8" name="Text 4"/>
          <p:cNvSpPr/>
          <p:nvPr/>
        </p:nvSpPr>
        <p:spPr>
          <a:xfrm>
            <a:off x="1188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Managerial Potential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2697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</a:t>
            </a:r>
            <a:r>
              <a:rPr lang="en-US" sz="100" dirty="0">
                <a:solidFill>
                  <a:srgbClr val="000000"/>
                </a:solidFill>
              </a:rPr>
              <a:t>.</a:t>
            </a:r>
            <a:r>
              <a:rPr lang="fr-FR" sz="100" dirty="0" err="1"/>
              <a:t>stressTolerance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1" name="Text 6"/>
          <p:cNvSpPr/>
          <p:nvPr/>
        </p:nvSpPr>
        <p:spPr>
          <a:xfrm>
            <a:off x="2331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Stress Tolerance</a:t>
            </a: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3840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personality.professionalScale.serviceOrientation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4" name="Text 8"/>
          <p:cNvSpPr/>
          <p:nvPr/>
        </p:nvSpPr>
        <p:spPr>
          <a:xfrm>
            <a:off x="3474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Service Orientation</a:t>
            </a:r>
            <a:endParaRPr lang="en-US" sz="1200" dirty="0"/>
          </a:p>
        </p:txBody>
      </p:sp>
      <p:sp>
        <p:nvSpPr>
          <p:cNvPr id="16" name="Text 9"/>
          <p:cNvSpPr/>
          <p:nvPr/>
        </p:nvSpPr>
        <p:spPr>
          <a:xfrm>
            <a:off x="4983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personality.professionalScale.clericalPotential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17" name="Text 10"/>
          <p:cNvSpPr/>
          <p:nvPr/>
        </p:nvSpPr>
        <p:spPr>
          <a:xfrm>
            <a:off x="4617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Clerical Potential</a:t>
            </a:r>
            <a:endParaRPr lang="en-US" sz="1200" dirty="0"/>
          </a:p>
        </p:txBody>
      </p:sp>
      <p:sp>
        <p:nvSpPr>
          <p:cNvPr id="19" name="Text 11"/>
          <p:cNvSpPr/>
          <p:nvPr/>
        </p:nvSpPr>
        <p:spPr>
          <a:xfrm>
            <a:off x="6126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personality.professionalScale.salesPotential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20" name="Text 12"/>
          <p:cNvSpPr/>
          <p:nvPr/>
        </p:nvSpPr>
        <p:spPr>
          <a:xfrm>
            <a:off x="5760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Sales Potential</a:t>
            </a:r>
            <a:endParaRPr lang="en-US" sz="1200" dirty="0"/>
          </a:p>
        </p:txBody>
      </p:sp>
      <p:sp>
        <p:nvSpPr>
          <p:cNvPr id="22" name="Text 13"/>
          <p:cNvSpPr/>
          <p:nvPr/>
        </p:nvSpPr>
        <p:spPr>
          <a:xfrm>
            <a:off x="7269480" y="27089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100" dirty="0" err="1">
                <a:solidFill>
                  <a:srgbClr val="000000"/>
                </a:solidFill>
              </a:rPr>
              <a:t>personality.professionalScale.reliability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6903720" y="3337560"/>
            <a:ext cx="1143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Reliability</a:t>
            </a:r>
            <a:endParaRPr lang="en-US" sz="1200" dirty="0"/>
          </a:p>
        </p:txBody>
      </p:sp>
      <p:sp>
        <p:nvSpPr>
          <p:cNvPr id="24" name="Text 15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"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}}. {{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6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6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10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1000" b="1" dirty="0">
              <a:solidFill>
                <a:srgbClr val="285C78"/>
              </a:solidFill>
            </a:endParaRP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643163D-5ADC-9B04-93FA-6D96BF13CEBD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8356E9B8-A507-9A17-DEA7-1113AB943F6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3230" y="29850"/>
            <a:ext cx="541371" cy="354422"/>
          </a:xfrm>
          <a:prstGeom prst="rect">
            <a:avLst/>
          </a:prstGeom>
        </p:spPr>
      </p:pic>
      <p:graphicFrame>
        <p:nvGraphicFramePr>
          <p:cNvPr id="28" name="Chart 0">
            <a:extLst>
              <a:ext uri="{FF2B5EF4-FFF2-40B4-BE49-F238E27FC236}">
                <a16:creationId xmlns:a16="http://schemas.microsoft.com/office/drawing/2014/main" id="{E3135325-AA9A-84C1-801B-445658D3777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24963115"/>
              </p:ext>
            </p:extLst>
          </p:nvPr>
        </p:nvGraphicFramePr>
        <p:xfrm>
          <a:off x="3474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9" name="Chart 0">
            <a:extLst>
              <a:ext uri="{FF2B5EF4-FFF2-40B4-BE49-F238E27FC236}">
                <a16:creationId xmlns:a16="http://schemas.microsoft.com/office/drawing/2014/main" id="{41E86083-7AE2-A49A-DEB4-CB7974127D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01578346"/>
              </p:ext>
            </p:extLst>
          </p:nvPr>
        </p:nvGraphicFramePr>
        <p:xfrm>
          <a:off x="4617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31" name="Chart 0">
            <a:extLst>
              <a:ext uri="{FF2B5EF4-FFF2-40B4-BE49-F238E27FC236}">
                <a16:creationId xmlns:a16="http://schemas.microsoft.com/office/drawing/2014/main" id="{4CD3217B-93ED-8F74-140F-3F0999B0637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06757384"/>
              </p:ext>
            </p:extLst>
          </p:nvPr>
        </p:nvGraphicFramePr>
        <p:xfrm>
          <a:off x="5760720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32" name="Chart 0">
            <a:extLst>
              <a:ext uri="{FF2B5EF4-FFF2-40B4-BE49-F238E27FC236}">
                <a16:creationId xmlns:a16="http://schemas.microsoft.com/office/drawing/2014/main" id="{A1FC6681-F507-C1AA-9403-E2B7F5956B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70697432"/>
              </p:ext>
            </p:extLst>
          </p:nvPr>
        </p:nvGraphicFramePr>
        <p:xfrm>
          <a:off x="6894576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12" name="Chart 0">
            <a:extLst>
              <a:ext uri="{FF2B5EF4-FFF2-40B4-BE49-F238E27FC236}">
                <a16:creationId xmlns:a16="http://schemas.microsoft.com/office/drawing/2014/main" id="{F7B29F6E-0803-4C35-378E-5A071A0DD62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4323620"/>
              </p:ext>
            </p:extLst>
          </p:nvPr>
        </p:nvGraphicFramePr>
        <p:xfrm>
          <a:off x="2360558" y="2160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245E77A-1926-6736-FCC8-352711AD7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18</a:t>
            </a:r>
            <a:endParaRPr lang="en-US" sz="800" dirty="0"/>
          </a:p>
        </p:txBody>
      </p:sp>
      <p:sp>
        <p:nvSpPr>
          <p:cNvPr id="6" name="Text 2"/>
          <p:cNvSpPr/>
          <p:nvPr/>
        </p:nvSpPr>
        <p:spPr>
          <a:xfrm>
            <a:off x="196596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7" name="Text 3"/>
          <p:cNvSpPr/>
          <p:nvPr/>
        </p:nvSpPr>
        <p:spPr>
          <a:xfrm>
            <a:off x="845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9" name="Text 4"/>
          <p:cNvSpPr/>
          <p:nvPr/>
        </p:nvSpPr>
        <p:spPr>
          <a:xfrm>
            <a:off x="4297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3131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2" name="Text 6"/>
          <p:cNvSpPr/>
          <p:nvPr/>
        </p:nvSpPr>
        <p:spPr>
          <a:xfrm>
            <a:off x="6583680" y="33947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7"/>
          <p:cNvSpPr/>
          <p:nvPr/>
        </p:nvSpPr>
        <p:spPr>
          <a:xfrm>
            <a:off x="5417820" y="402336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200" dirty="0"/>
          </a:p>
        </p:txBody>
      </p:sp>
      <p:sp>
        <p:nvSpPr>
          <p:cNvPr id="15" name="Text 9"/>
          <p:cNvSpPr/>
          <p:nvPr/>
        </p:nvSpPr>
        <p:spPr>
          <a:xfrm>
            <a:off x="4892040" y="2286000"/>
            <a:ext cx="3657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285C78"/>
                </a:solidFill>
              </a:rPr>
              <a:t>{{</a:t>
            </a:r>
            <a:r>
              <a:rPr lang="fr-FR" sz="1200" b="1" dirty="0">
                <a:solidFill>
                  <a:srgbClr val="285C78"/>
                </a:solidFill>
              </a:rPr>
              <a:t>cognitive</a:t>
            </a:r>
            <a:r>
              <a:rPr lang="en-US" sz="1200" b="1" dirty="0">
                <a:solidFill>
                  <a:srgbClr val="285C78"/>
                </a:solidFill>
              </a:rPr>
              <a:t>.</a:t>
            </a:r>
            <a:r>
              <a:rPr lang="fr-FR" sz="1200" b="1" dirty="0">
                <a:solidFill>
                  <a:srgbClr val="285C78"/>
                </a:solidFill>
              </a:rPr>
              <a:t>style}}</a:t>
            </a:r>
          </a:p>
          <a:p>
            <a:pPr algn="ctr"/>
            <a:endParaRPr lang="en-US" sz="1200" dirty="0">
              <a:solidFill>
                <a:srgbClr val="285C78"/>
              </a:solidFill>
            </a:endParaRPr>
          </a:p>
        </p:txBody>
      </p:sp>
      <p:sp>
        <p:nvSpPr>
          <p:cNvPr id="16" name="Text 10"/>
          <p:cNvSpPr/>
          <p:nvPr/>
        </p:nvSpPr>
        <p:spPr>
          <a:xfrm>
            <a:off x="1691640" y="2286000"/>
            <a:ext cx="18288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200" b="1" dirty="0">
                <a:solidFill>
                  <a:srgbClr val="285C78"/>
                </a:solidFill>
              </a:rPr>
              <a:t>{{</a:t>
            </a:r>
            <a:r>
              <a:rPr lang="fr-FR" sz="1200" b="1" dirty="0">
                <a:solidFill>
                  <a:srgbClr val="285C78"/>
                </a:solidFill>
              </a:rPr>
              <a:t>cognitive</a:t>
            </a:r>
            <a:r>
              <a:rPr lang="en-US" sz="1200" b="1" dirty="0">
                <a:solidFill>
                  <a:srgbClr val="285C78"/>
                </a:solidFill>
              </a:rPr>
              <a:t>.</a:t>
            </a:r>
            <a:r>
              <a:rPr lang="fr-FR" sz="1200" b="1" dirty="0" err="1">
                <a:solidFill>
                  <a:srgbClr val="285C78"/>
                </a:solidFill>
              </a:rPr>
              <a:t>level</a:t>
            </a:r>
            <a:r>
              <a:rPr lang="fr-FR" sz="1200" b="1" dirty="0">
                <a:solidFill>
                  <a:srgbClr val="285C78"/>
                </a:solidFill>
              </a:rPr>
              <a:t>}}</a:t>
            </a:r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4EE7CFDB-3A6E-3CE1-60DA-FD119631BF8B}"/>
              </a:ext>
            </a:extLst>
          </p:cNvPr>
          <p:cNvSpPr/>
          <p:nvPr/>
        </p:nvSpPr>
        <p:spPr>
          <a:xfrm>
            <a:off x="640080" y="1143001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" name="Text 12">
            <a:extLst>
              <a:ext uri="{FF2B5EF4-FFF2-40B4-BE49-F238E27FC236}">
                <a16:creationId xmlns:a16="http://schemas.microsoft.com/office/drawing/2014/main" id="{7EEFD6B4-A2BA-A205-421E-3DFC0C0B4F34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sp>
        <p:nvSpPr>
          <p:cNvPr id="22" name="Shape 1">
            <a:extLst>
              <a:ext uri="{FF2B5EF4-FFF2-40B4-BE49-F238E27FC236}">
                <a16:creationId xmlns:a16="http://schemas.microsoft.com/office/drawing/2014/main" id="{66076AEF-484A-37AA-7B8D-31E5C5D8D2D9}"/>
              </a:ext>
            </a:extLst>
          </p:cNvPr>
          <p:cNvSpPr/>
          <p:nvPr/>
        </p:nvSpPr>
        <p:spPr>
          <a:xfrm>
            <a:off x="801624" y="2795016"/>
            <a:ext cx="7991856" cy="1828800"/>
          </a:xfrm>
          <a:prstGeom prst="rect">
            <a:avLst/>
          </a:prstGeom>
          <a:solidFill>
            <a:srgbClr val="FFFFFF"/>
          </a:solidFill>
          <a:ln w="6350">
            <a:solidFill>
              <a:srgbClr val="285C78"/>
            </a:solidFill>
            <a:prstDash val="solid"/>
          </a:ln>
        </p:spPr>
        <p:txBody>
          <a:bodyPr/>
          <a:lstStyle/>
          <a:p>
            <a:endParaRPr lang="fr-FR" sz="1200" dirty="0"/>
          </a:p>
        </p:txBody>
      </p:sp>
      <p:graphicFrame>
        <p:nvGraphicFramePr>
          <p:cNvPr id="23" name="Chart 0">
            <a:extLst>
              <a:ext uri="{FF2B5EF4-FFF2-40B4-BE49-F238E27FC236}">
                <a16:creationId xmlns:a16="http://schemas.microsoft.com/office/drawing/2014/main" id="{6A0FAE9F-26D3-2CDB-4D50-FB6C6D9B74A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42195641"/>
              </p:ext>
            </p:extLst>
          </p:nvPr>
        </p:nvGraphicFramePr>
        <p:xfrm>
          <a:off x="1798320" y="3024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4" name="Text 2">
            <a:extLst>
              <a:ext uri="{FF2B5EF4-FFF2-40B4-BE49-F238E27FC236}">
                <a16:creationId xmlns:a16="http://schemas.microsoft.com/office/drawing/2014/main" id="{E5995F3C-AED5-6508-D897-4AC5118B6E1C}"/>
              </a:ext>
            </a:extLst>
          </p:cNvPr>
          <p:cNvSpPr/>
          <p:nvPr/>
        </p:nvSpPr>
        <p:spPr>
          <a:xfrm>
            <a:off x="2118360" y="3547110"/>
            <a:ext cx="68580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fr-FR" sz="1200" dirty="0"/>
          </a:p>
        </p:txBody>
      </p:sp>
      <p:sp>
        <p:nvSpPr>
          <p:cNvPr id="25" name="Text 3">
            <a:extLst>
              <a:ext uri="{FF2B5EF4-FFF2-40B4-BE49-F238E27FC236}">
                <a16:creationId xmlns:a16="http://schemas.microsoft.com/office/drawing/2014/main" id="{5D1A6096-3FBD-D990-CD27-D29DEE287C69}"/>
              </a:ext>
            </a:extLst>
          </p:cNvPr>
          <p:cNvSpPr/>
          <p:nvPr/>
        </p:nvSpPr>
        <p:spPr>
          <a:xfrm>
            <a:off x="1070903" y="4212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Quantitative Reasoning</a:t>
            </a:r>
            <a:endParaRPr lang="en-US" sz="1200" dirty="0"/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31460342-835E-046F-BC27-511838E1BB41}"/>
              </a:ext>
            </a:extLst>
          </p:cNvPr>
          <p:cNvSpPr/>
          <p:nvPr/>
        </p:nvSpPr>
        <p:spPr>
          <a:xfrm>
            <a:off x="3284220" y="4176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Business Reasoning</a:t>
            </a:r>
            <a:endParaRPr lang="en-US" sz="1200" dirty="0"/>
          </a:p>
        </p:txBody>
      </p:sp>
      <p:sp>
        <p:nvSpPr>
          <p:cNvPr id="29" name="Text 7">
            <a:extLst>
              <a:ext uri="{FF2B5EF4-FFF2-40B4-BE49-F238E27FC236}">
                <a16:creationId xmlns:a16="http://schemas.microsoft.com/office/drawing/2014/main" id="{B27ED892-BB5A-0B7F-4F95-8854B7431F21}"/>
              </a:ext>
            </a:extLst>
          </p:cNvPr>
          <p:cNvSpPr/>
          <p:nvPr/>
        </p:nvSpPr>
        <p:spPr>
          <a:xfrm>
            <a:off x="5570220" y="417600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B384D"/>
                </a:solidFill>
              </a:rPr>
              <a:t>Qualitative Reasoning</a:t>
            </a:r>
            <a:endParaRPr lang="en-US" sz="1200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CEC70F-6B9D-F469-B870-4D5A166A90FC}"/>
              </a:ext>
            </a:extLst>
          </p:cNvPr>
          <p:cNvSpPr txBox="1"/>
          <p:nvPr/>
        </p:nvSpPr>
        <p:spPr>
          <a:xfrm>
            <a:off x="2118360" y="3384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fr-FR" sz="200" dirty="0"/>
              <a:t>cognitive</a:t>
            </a:r>
            <a:r>
              <a:rPr lang="en-US" sz="200" dirty="0"/>
              <a:t>.</a:t>
            </a:r>
            <a:r>
              <a:rPr lang="fr-FR" sz="200" dirty="0" err="1"/>
              <a:t>quantitativeReasoning</a:t>
            </a:r>
            <a:r>
              <a:rPr lang="fr-FR" sz="1200" dirty="0"/>
              <a:t>}}%</a:t>
            </a:r>
          </a:p>
        </p:txBody>
      </p:sp>
      <p:graphicFrame>
        <p:nvGraphicFramePr>
          <p:cNvPr id="5" name="Chart 0">
            <a:extLst>
              <a:ext uri="{FF2B5EF4-FFF2-40B4-BE49-F238E27FC236}">
                <a16:creationId xmlns:a16="http://schemas.microsoft.com/office/drawing/2014/main" id="{E9B5E9CE-AB01-9E0C-D8ED-7E5970D4ED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657106428"/>
              </p:ext>
            </p:extLst>
          </p:nvPr>
        </p:nvGraphicFramePr>
        <p:xfrm>
          <a:off x="4033514" y="2988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8" name="Chart 0">
            <a:extLst>
              <a:ext uri="{FF2B5EF4-FFF2-40B4-BE49-F238E27FC236}">
                <a16:creationId xmlns:a16="http://schemas.microsoft.com/office/drawing/2014/main" id="{4A3CF5BE-DD7C-7DDF-172A-8A4E5771BCF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6234251"/>
              </p:ext>
            </p:extLst>
          </p:nvPr>
        </p:nvGraphicFramePr>
        <p:xfrm>
          <a:off x="6357110" y="2988000"/>
          <a:ext cx="1143000" cy="114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910D80EF-019C-7C93-D6C7-DB47CD1CD15A}"/>
              </a:ext>
            </a:extLst>
          </p:cNvPr>
          <p:cNvSpPr txBox="1"/>
          <p:nvPr/>
        </p:nvSpPr>
        <p:spPr>
          <a:xfrm>
            <a:off x="4379681" y="3348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200" dirty="0" err="1">
                <a:solidFill>
                  <a:srgbClr val="000000"/>
                </a:solidFill>
              </a:rPr>
              <a:t>cognitive.businessReasoning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fr-FR" sz="1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5FC804B-4FB3-BE2A-3EC9-05379CAE25D9}"/>
              </a:ext>
            </a:extLst>
          </p:cNvPr>
          <p:cNvSpPr txBox="1"/>
          <p:nvPr/>
        </p:nvSpPr>
        <p:spPr>
          <a:xfrm>
            <a:off x="6692390" y="3348000"/>
            <a:ext cx="82296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0000"/>
                </a:solidFill>
              </a:rPr>
              <a:t>{{</a:t>
            </a:r>
            <a:r>
              <a:rPr lang="en-US" sz="200" dirty="0" err="1">
                <a:solidFill>
                  <a:srgbClr val="000000"/>
                </a:solidFill>
              </a:rPr>
              <a:t>cognitive.qualitativeReasoning</a:t>
            </a:r>
            <a:r>
              <a:rPr lang="en-US" sz="1200" dirty="0">
                <a:solidFill>
                  <a:srgbClr val="000000"/>
                </a:solidFill>
              </a:rPr>
              <a:t>}}%</a:t>
            </a:r>
            <a:endParaRPr lang="fr-FR" sz="1200" dirty="0"/>
          </a:p>
        </p:txBody>
      </p:sp>
    </p:spTree>
    <p:extLst>
      <p:ext uri="{BB962C8B-B14F-4D97-AF65-F5344CB8AC3E}">
        <p14:creationId xmlns:p14="http://schemas.microsoft.com/office/powerpoint/2010/main" val="8516623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0BC6A779-C11D-5877-827C-A5EDEFADFB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19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743C915A-CB34-2DB3-7DC3-0D83E902BD61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CC542C5-278B-6E70-ABBB-F4F136F98250}"/>
              </a:ext>
            </a:extLst>
          </p:cNvPr>
          <p:cNvSpPr txBox="1"/>
          <p:nvPr/>
        </p:nvSpPr>
        <p:spPr>
          <a:xfrm>
            <a:off x="4689394" y="1629268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01E5AFE2-DDF8-6D20-16AD-F33E4AEBCD96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7C8B492D-E0CF-B051-F534-367BC0A43AAA}"/>
              </a:ext>
            </a:extLst>
          </p:cNvPr>
          <p:cNvGrpSpPr/>
          <p:nvPr/>
        </p:nvGrpSpPr>
        <p:grpSpPr>
          <a:xfrm>
            <a:off x="1999959" y="1440000"/>
            <a:ext cx="2412000" cy="1187999"/>
            <a:chOff x="1744579" y="2853076"/>
            <a:chExt cx="1086480" cy="1102830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CC1B7F5-6951-6643-B459-167600EB9A84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6757" y="2853076"/>
              <a:ext cx="1021616" cy="110283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Box 3">
              <a:extLst>
                <a:ext uri="{FF2B5EF4-FFF2-40B4-BE49-F238E27FC236}">
                  <a16:creationId xmlns:a16="http://schemas.microsoft.com/office/drawing/2014/main" id="{6C0BAB01-C862-77D5-5B80-5A4C5D1C2692}"/>
                </a:ext>
              </a:extLst>
            </p:cNvPr>
            <p:cNvSpPr/>
            <p:nvPr/>
          </p:nvSpPr>
          <p:spPr>
            <a:xfrm>
              <a:off x="1744579" y="3176590"/>
              <a:ext cx="1086480" cy="22721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{{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dataCardUrl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willness.mark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.[1]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willness.grade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.[1]  (eq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willness.n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1))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DB92C56-6AA8-3267-07D4-E83420EE894B}"/>
              </a:ext>
            </a:extLst>
          </p:cNvPr>
          <p:cNvGrpSpPr/>
          <p:nvPr/>
        </p:nvGrpSpPr>
        <p:grpSpPr>
          <a:xfrm>
            <a:off x="4561724" y="1439998"/>
            <a:ext cx="2412000" cy="1187999"/>
            <a:chOff x="1744579" y="2853076"/>
            <a:chExt cx="1086480" cy="1102830"/>
          </a:xfrm>
        </p:grpSpPr>
        <p:pic>
          <p:nvPicPr>
            <p:cNvPr id="30" name="Picture 29">
              <a:extLst>
                <a:ext uri="{FF2B5EF4-FFF2-40B4-BE49-F238E27FC236}">
                  <a16:creationId xmlns:a16="http://schemas.microsoft.com/office/drawing/2014/main" id="{EC1E53AC-D705-4A91-C777-F527559F19A6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6757" y="2853076"/>
              <a:ext cx="1021616" cy="110283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31" name="TextBox 3">
              <a:extLst>
                <a:ext uri="{FF2B5EF4-FFF2-40B4-BE49-F238E27FC236}">
                  <a16:creationId xmlns:a16="http://schemas.microsoft.com/office/drawing/2014/main" id="{A699A15E-B010-7578-9802-A55EEE0BAE5C}"/>
                </a:ext>
              </a:extLst>
            </p:cNvPr>
            <p:cNvSpPr/>
            <p:nvPr/>
          </p:nvSpPr>
          <p:spPr>
            <a:xfrm>
              <a:off x="1744579" y="3176590"/>
              <a:ext cx="1086480" cy="22721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{{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dataCardUrl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willness.mark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.[3]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willness.grade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.[3]  (eq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willness.n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3))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1E12AC75-6BF1-A11F-EE60-F4FA951E9412}"/>
              </a:ext>
            </a:extLst>
          </p:cNvPr>
          <p:cNvSpPr txBox="1"/>
          <p:nvPr/>
        </p:nvSpPr>
        <p:spPr>
          <a:xfrm>
            <a:off x="4689395" y="4921541"/>
            <a:ext cx="226385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schemeClr val="bg1"/>
              </a:solidFill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FFBF05A-8E65-DE4A-6E6B-C91190E35EC3}"/>
              </a:ext>
            </a:extLst>
          </p:cNvPr>
          <p:cNvGrpSpPr/>
          <p:nvPr/>
        </p:nvGrpSpPr>
        <p:grpSpPr>
          <a:xfrm>
            <a:off x="1999960" y="2815200"/>
            <a:ext cx="2412000" cy="1187999"/>
            <a:chOff x="1744579" y="2853076"/>
            <a:chExt cx="1086480" cy="1102830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9337A776-95E5-1D57-DBE4-660511CC312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6757" y="2853076"/>
              <a:ext cx="1021616" cy="110283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9" name="TextBox 3">
              <a:extLst>
                <a:ext uri="{FF2B5EF4-FFF2-40B4-BE49-F238E27FC236}">
                  <a16:creationId xmlns:a16="http://schemas.microsoft.com/office/drawing/2014/main" id="{EE94FCBA-71D5-FB7D-9620-D70C95A37753}"/>
                </a:ext>
              </a:extLst>
            </p:cNvPr>
            <p:cNvSpPr/>
            <p:nvPr/>
          </p:nvSpPr>
          <p:spPr>
            <a:xfrm>
              <a:off x="1744579" y="3176590"/>
              <a:ext cx="1086480" cy="22721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{{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dataCardUrl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willness.mark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.[3]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willness.grade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.[3]  (eq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willness.n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3))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D5C4601-A53A-F9AB-33D2-8EBF51E15041}"/>
              </a:ext>
            </a:extLst>
          </p:cNvPr>
          <p:cNvGrpSpPr/>
          <p:nvPr/>
        </p:nvGrpSpPr>
        <p:grpSpPr>
          <a:xfrm>
            <a:off x="4582197" y="2814744"/>
            <a:ext cx="2412000" cy="1187999"/>
            <a:chOff x="1744579" y="2853076"/>
            <a:chExt cx="1086480" cy="1102830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1583B4BC-C6E0-A609-29AA-B27FF1F90B3F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796757" y="2853076"/>
              <a:ext cx="1021616" cy="110283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4" name="TextBox 3">
              <a:extLst>
                <a:ext uri="{FF2B5EF4-FFF2-40B4-BE49-F238E27FC236}">
                  <a16:creationId xmlns:a16="http://schemas.microsoft.com/office/drawing/2014/main" id="{4171A7E0-FB75-0289-742C-136B2B53EF52}"/>
                </a:ext>
              </a:extLst>
            </p:cNvPr>
            <p:cNvSpPr/>
            <p:nvPr/>
          </p:nvSpPr>
          <p:spPr>
            <a:xfrm>
              <a:off x="1744579" y="3176590"/>
              <a:ext cx="1086480" cy="227219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{{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=(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dataCardUrl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willness.mark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.[4]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willness.grade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.[4]  (eq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willness.n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 4)) </a:t>
              </a:r>
              <a:r>
                <a:rPr lang="en-US" sz="5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500" dirty="0">
                  <a:solidFill>
                    <a:srgbClr val="000000"/>
                  </a:solidFill>
                  <a:latin typeface="Arial"/>
                  <a:ea typeface="Microsoft YaHei"/>
                </a:rPr>
                <a:t>=true}}</a:t>
              </a: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133CE4C-7BC9-9008-7154-C5E3E1F903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  <a:ln>
            <a:solidFill>
              <a:srgbClr val="F5F5F5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56D06519-B769-9135-4130-005F959989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1548607"/>
            <a:ext cx="2261084" cy="543103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640080" y="1005840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900" b="1" dirty="0">
              <a:solidFill>
                <a:srgbClr val="285C78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5735713-91B3-CD33-DD8D-355F95931C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2411850"/>
            <a:ext cx="2261084" cy="54310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8D1DD8A-8AF6-E74D-3203-39C1FE4B82C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3660" y="3379743"/>
            <a:ext cx="2261084" cy="54310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B2ADD2-A96C-18A4-2417-11D2F5D9D7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1543975"/>
            <a:ext cx="2261084" cy="543103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254672D5-3A78-92CF-D33C-E4D065ABD2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2415239"/>
            <a:ext cx="2261084" cy="54310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C75D4D4-E9A5-A867-BF8A-6D49E79841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74133" y="3383132"/>
            <a:ext cx="2261084" cy="54310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A0B2ACB-6C1E-553D-D3E3-4183DD4523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13969" y="1548609"/>
            <a:ext cx="2261084" cy="54310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3148C649-332E-38D5-30C9-EB15D3DC2D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2411852"/>
            <a:ext cx="2261084" cy="543103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AB281AA9-7919-C1F2-7258-5B4EA80CF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13969" y="3379745"/>
            <a:ext cx="2261084" cy="543103"/>
          </a:xfrm>
          <a:prstGeom prst="rect">
            <a:avLst/>
          </a:prstGeom>
        </p:spPr>
      </p:pic>
      <p:sp>
        <p:nvSpPr>
          <p:cNvPr id="2" name="Text 15">
            <a:extLst>
              <a:ext uri="{FF2B5EF4-FFF2-40B4-BE49-F238E27FC236}">
                <a16:creationId xmlns:a16="http://schemas.microsoft.com/office/drawing/2014/main" id="{0873D3C7-F906-56B6-27DB-B3A9DF4EFD3F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C0EFF2D-397E-CD37-DBD6-AF28DC3F307D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B4FF9C0-9D30-FAFB-79A6-77AA76146DF9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67AF0A7-8C03-355D-0CA6-FD13BC7A4464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b="1" dirty="0">
                <a:solidFill>
                  <a:schemeClr val="bg1"/>
                </a:solidFill>
              </a:rPr>
              <a:t>Outstanding Leader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466EF-A8E6-F100-7E28-3F3C9173A143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49E4B5B-316D-116A-82E6-41AA455A92B7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FE6BCCB-49F8-893E-FD59-E9040C6683F7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055840D-4AA8-8A5F-E9A3-D6505D6FF4EA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8377EFE7-5A48-61BE-51E9-96C37101D507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1198B31-1484-159D-762D-E51CE5BC2BF4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b="1" dirty="0">
              <a:solidFill>
                <a:prstClr val="black"/>
              </a:solidFill>
            </a:endParaRP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029F8CF-2F7E-F745-6540-625A270705B9}"/>
              </a:ext>
            </a:extLst>
          </p:cNvPr>
          <p:cNvSpPr txBox="1"/>
          <p:nvPr/>
        </p:nvSpPr>
        <p:spPr>
          <a:xfrm>
            <a:off x="993812" y="139717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Long-Term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1B197A3-97D1-7DE8-3961-8A03AEDB91F6}"/>
              </a:ext>
            </a:extLst>
          </p:cNvPr>
          <p:cNvSpPr txBox="1"/>
          <p:nvPr/>
        </p:nvSpPr>
        <p:spPr>
          <a:xfrm>
            <a:off x="3553855" y="139054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Future Leader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4E13AC5-7B44-22C1-83F8-FE3D459F5B15}"/>
              </a:ext>
            </a:extLst>
          </p:cNvPr>
          <p:cNvSpPr txBox="1"/>
          <p:nvPr/>
        </p:nvSpPr>
        <p:spPr>
          <a:xfrm>
            <a:off x="6113898" y="1396047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A63C82-3BDB-1369-0074-666432E284C8}"/>
              </a:ext>
            </a:extLst>
          </p:cNvPr>
          <p:cNvSpPr txBox="1"/>
          <p:nvPr/>
        </p:nvSpPr>
        <p:spPr>
          <a:xfrm>
            <a:off x="6115296" y="225925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Stretch Potential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5C7137E-3D3B-0F44-4E72-96DA09215BC3}"/>
              </a:ext>
            </a:extLst>
          </p:cNvPr>
          <p:cNvSpPr txBox="1"/>
          <p:nvPr/>
        </p:nvSpPr>
        <p:spPr>
          <a:xfrm>
            <a:off x="3566438" y="2260281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Solid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DB3500-7109-8A0E-BF82-68C28D3987B9}"/>
              </a:ext>
            </a:extLst>
          </p:cNvPr>
          <p:cNvSpPr txBox="1"/>
          <p:nvPr/>
        </p:nvSpPr>
        <p:spPr>
          <a:xfrm>
            <a:off x="992413" y="2253658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Marginal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B82AF1-C57F-B040-089E-07A8A80CF456}"/>
              </a:ext>
            </a:extLst>
          </p:cNvPr>
          <p:cNvSpPr txBox="1"/>
          <p:nvPr/>
        </p:nvSpPr>
        <p:spPr>
          <a:xfrm>
            <a:off x="993811" y="32273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Underperformer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53B618-C55B-A6C9-6D2D-A211A5510A54}"/>
              </a:ext>
            </a:extLst>
          </p:cNvPr>
          <p:cNvSpPr txBox="1"/>
          <p:nvPr/>
        </p:nvSpPr>
        <p:spPr>
          <a:xfrm>
            <a:off x="3562243" y="3232815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Sound Contributor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ECEC600-DD16-7BE0-5836-16AB834C24B7}"/>
              </a:ext>
            </a:extLst>
          </p:cNvPr>
          <p:cNvSpPr txBox="1"/>
          <p:nvPr/>
        </p:nvSpPr>
        <p:spPr>
          <a:xfrm>
            <a:off x="6113897" y="3226192"/>
            <a:ext cx="2261084" cy="83099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sz="1200" dirty="0">
                <a:solidFill>
                  <a:srgbClr val="1B384D"/>
                </a:solidFill>
              </a:rPr>
              <a:t>Seasoned Professional</a:t>
            </a:r>
            <a:endParaRPr lang="en-US" sz="1200" dirty="0">
              <a:solidFill>
                <a:prstClr val="black"/>
              </a:solidFill>
            </a:endParaRPr>
          </a:p>
        </p:txBody>
      </p:sp>
      <p:sp>
        <p:nvSpPr>
          <p:cNvPr id="6" name="Text 12">
            <a:extLst>
              <a:ext uri="{FF2B5EF4-FFF2-40B4-BE49-F238E27FC236}">
                <a16:creationId xmlns:a16="http://schemas.microsoft.com/office/drawing/2014/main" id="{DB303BF7-BEBC-DFFB-A73A-B17260851E8E}"/>
              </a:ext>
            </a:extLst>
          </p:cNvPr>
          <p:cNvSpPr/>
          <p:nvPr/>
        </p:nvSpPr>
        <p:spPr>
          <a:xfrm>
            <a:off x="628359" y="830075"/>
            <a:ext cx="27432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endParaRPr lang="en-US" sz="900" dirty="0">
              <a:solidFill>
                <a:srgbClr val="183349"/>
              </a:solidFill>
              <a:latin typeface="Arial" panose="020B0604020202020204" pitchFamily="34" charset="0"/>
              <a:ea typeface="Liberation Mono;Courier New;DejaVu Sans Mono;Lucida Sans Typewriter"/>
              <a:cs typeface="Arial" panose="020B0604020202020204" pitchFamily="34" charset="0"/>
            </a:endParaRPr>
          </a:p>
          <a:p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{{</a:t>
            </a:r>
            <a:r>
              <a:rPr lang="en-US" sz="3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ternary (eq gender "Female") 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Ms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 "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Mr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"}}. {{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 {{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firstCharUpper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 </a:t>
            </a:r>
            <a:r>
              <a:rPr lang="en-US" sz="900" b="1" dirty="0" err="1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lastName</a:t>
            </a:r>
            <a:r>
              <a:rPr lang="en-US" sz="900" b="1" dirty="0">
                <a:solidFill>
                  <a:srgbClr val="285C78"/>
                </a:solidFill>
                <a:latin typeface="Arial" panose="020B0604020202020204" pitchFamily="34" charset="0"/>
                <a:ea typeface="Liberation Mono;Courier New;DejaVu Sans Mono;Lucida Sans Typewriter"/>
                <a:cs typeface="Arial" panose="020B0604020202020204" pitchFamily="34" charset="0"/>
              </a:rPr>
              <a:t>}}</a:t>
            </a:r>
            <a:endParaRPr lang="en-US" sz="900" b="1" dirty="0">
              <a:solidFill>
                <a:srgbClr val="285C78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6224360-0D17-C7A6-76D2-3D3931B688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21</a:t>
            </a:r>
            <a:endParaRPr lang="en-US" sz="800" dirty="0"/>
          </a:p>
        </p:txBody>
      </p:sp>
      <p:sp>
        <p:nvSpPr>
          <p:cNvPr id="2" name="Text 15">
            <a:extLst>
              <a:ext uri="{FF2B5EF4-FFF2-40B4-BE49-F238E27FC236}">
                <a16:creationId xmlns:a16="http://schemas.microsoft.com/office/drawing/2014/main" id="{C5A610BE-6F0A-2F24-93F4-51EF77FA3144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1948F13-5D56-242A-88DC-6F2265AEB2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1440" y="47548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800" b="1" dirty="0" err="1">
                <a:solidFill>
                  <a:srgbClr val="000000"/>
                </a:solidFill>
                <a:latin typeface="Arial" pitchFamily="34" charset="0"/>
                <a:cs typeface="Arial" pitchFamily="34" charset="-120"/>
              </a:rPr>
              <a:t>22</a:t>
            </a:r>
            <a:endParaRPr lang="en-US" sz="800" dirty="0"/>
          </a:p>
        </p:txBody>
      </p:sp>
      <p:sp>
        <p:nvSpPr>
          <p:cNvPr id="4" name="Text 1"/>
          <p:cNvSpPr/>
          <p:nvPr/>
        </p:nvSpPr>
        <p:spPr>
          <a:xfrm>
            <a:off x="274320" y="16459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22405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Based on the evaluation results, Ms. masouad will benefit from a development plan to reach the "Expert Level" of this role</a:t>
            </a:r>
            <a:endParaRPr lang="en-US" sz="1400" dirty="0"/>
          </a:p>
        </p:txBody>
      </p:sp>
      <p:graphicFrame>
        <p:nvGraphicFramePr>
          <p:cNvPr id="10" name="Table 16">
            <a:extLst>
              <a:ext uri="{FF2B5EF4-FFF2-40B4-BE49-F238E27FC236}">
                <a16:creationId xmlns:a16="http://schemas.microsoft.com/office/drawing/2014/main" id="{08FCFAF0-4433-9DCA-0568-1EBCAD7FBA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3784186"/>
              </p:ext>
            </p:extLst>
          </p:nvPr>
        </p:nvGraphicFramePr>
        <p:xfrm>
          <a:off x="398441" y="2430926"/>
          <a:ext cx="8095585" cy="820104"/>
        </p:xfrm>
        <a:graphic>
          <a:graphicData uri="http://schemas.openxmlformats.org/drawingml/2006/table">
            <a:tbl>
              <a:tblPr firstRow="1" bandRow="1">
                <a:tableStyleId>{5FD0F851-EC5A-4D38-B0AD-8093EC10F338}</a:tableStyleId>
              </a:tblPr>
              <a:tblGrid>
                <a:gridCol w="3490111">
                  <a:extLst>
                    <a:ext uri="{9D8B030D-6E8A-4147-A177-3AD203B41FA5}">
                      <a16:colId xmlns:a16="http://schemas.microsoft.com/office/drawing/2014/main" val="3456859813"/>
                    </a:ext>
                  </a:extLst>
                </a:gridCol>
                <a:gridCol w="356048">
                  <a:extLst>
                    <a:ext uri="{9D8B030D-6E8A-4147-A177-3AD203B41FA5}">
                      <a16:colId xmlns:a16="http://schemas.microsoft.com/office/drawing/2014/main" val="1026896100"/>
                    </a:ext>
                  </a:extLst>
                </a:gridCol>
                <a:gridCol w="329376">
                  <a:extLst>
                    <a:ext uri="{9D8B030D-6E8A-4147-A177-3AD203B41FA5}">
                      <a16:colId xmlns:a16="http://schemas.microsoft.com/office/drawing/2014/main" val="2532446077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57600182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50036123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426898200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34127881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104198132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266297412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951692468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1094275046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35955564"/>
                    </a:ext>
                  </a:extLst>
                </a:gridCol>
                <a:gridCol w="392005">
                  <a:extLst>
                    <a:ext uri="{9D8B030D-6E8A-4147-A177-3AD203B41FA5}">
                      <a16:colId xmlns:a16="http://schemas.microsoft.com/office/drawing/2014/main" val="313681063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TN" sz="900" dirty="0">
                          <a:solidFill>
                            <a:srgbClr val="2A4357"/>
                          </a:solidFill>
                        </a:rPr>
                        <a:t>Key Trainings</a:t>
                      </a:r>
                    </a:p>
                  </a:txBody>
                  <a:tcPr marL="67866" marR="67866" marT="33933" marB="33933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M1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M2</a:t>
                      </a:r>
                      <a:endParaRPr lang="en-TN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M3</a:t>
                      </a:r>
                      <a:endParaRPr lang="en-US" sz="900" dirty="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M4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5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6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7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8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9</a:t>
                      </a:r>
                      <a:endParaRPr lang="en-US" sz="900">
                        <a:solidFill>
                          <a:srgbClr val="2A4357"/>
                        </a:solidFill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10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11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lvl="0" algn="ctr" defTabSz="914400" rtl="0" eaLnBrk="1" latinLnBrk="0" hangingPunct="1">
                        <a:buNone/>
                      </a:pPr>
                      <a:r>
                        <a:rPr lang="en-US" sz="900" b="1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M</a:t>
                      </a:r>
                      <a:r>
                        <a:rPr lang="en-TN" sz="900" b="1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12</a:t>
                      </a:r>
                      <a:endParaRPr lang="en-TN" sz="900" b="1" u="none" strike="noStrike" kern="1200" cap="none" spc="0" normalizeH="0" baseline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26092021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Information Security Manager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6036698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Threat Intelligence Analyst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501395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8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Certified in Risk and Information Systems Control (CRISC)</a:t>
                      </a:r>
                      <a:endParaRPr kumimoji="0" lang="en-US" sz="8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2A4357"/>
                          </a:solidFill>
                          <a:effectLst/>
                          <a:uLnTx/>
                          <a:uFillTx/>
                        </a:rPr>
                        <a:t>★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2A4357"/>
                        </a:solidFill>
                        <a:effectLst/>
                        <a:uLnTx/>
                        <a:uFillTx/>
                        <a:latin typeface="Arial"/>
                        <a:ea typeface="+mn-ea"/>
                        <a:cs typeface="Arial"/>
                      </a:endParaRPr>
                    </a:p>
                  </a:txBody>
                  <a:tcPr marL="67866" marR="67866" marT="33933" marB="33933" anchor="ctr"/>
                </a:tc>
                <a:extLst>
                  <a:ext uri="{0D108BD9-81ED-4DB2-BD59-A6C34878D82A}">
                    <a16:rowId xmlns:a16="http://schemas.microsoft.com/office/drawing/2014/main" val="1256966226"/>
                  </a:ext>
                </a:extLst>
              </a:tr>
            </a:tbl>
          </a:graphicData>
        </a:graphic>
      </p:graphicFrame>
      <p:sp>
        <p:nvSpPr>
          <p:cNvPr id="8" name="Text 15">
            <a:extLst>
              <a:ext uri="{FF2B5EF4-FFF2-40B4-BE49-F238E27FC236}">
                <a16:creationId xmlns:a16="http://schemas.microsoft.com/office/drawing/2014/main" id="{50BF4F3F-D8EE-B899-C471-6976D4E6C5FD}"/>
              </a:ext>
            </a:extLst>
          </p:cNvPr>
          <p:cNvSpPr/>
          <p:nvPr/>
        </p:nvSpPr>
        <p:spPr>
          <a:xfrm>
            <a:off x="378823" y="579668"/>
            <a:ext cx="2743200" cy="2286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hand touching a screen with icons&#10;&#10;AI-generated content may be incorrect.">
            <a:extLst>
              <a:ext uri="{FF2B5EF4-FFF2-40B4-BE49-F238E27FC236}">
                <a16:creationId xmlns:a16="http://schemas.microsoft.com/office/drawing/2014/main" id="{D5EC19DD-3E29-074A-681A-DDB92EC206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0" y="0"/>
            <a:ext cx="9135880" cy="5143500"/>
          </a:xfrm>
          <a:prstGeom prst="rect">
            <a:avLst/>
          </a:prstGeom>
        </p:spPr>
      </p:pic>
      <p:grpSp>
        <p:nvGrpSpPr>
          <p:cNvPr id="2" name="Group 2">
            <a:extLst>
              <a:ext uri="{FF2B5EF4-FFF2-40B4-BE49-F238E27FC236}">
                <a16:creationId xmlns:a16="http://schemas.microsoft.com/office/drawing/2014/main" id="{9E476DF6-B3DA-4296-7439-F2E5C40C6756}"/>
              </a:ext>
            </a:extLst>
          </p:cNvPr>
          <p:cNvGrpSpPr/>
          <p:nvPr/>
        </p:nvGrpSpPr>
        <p:grpSpPr>
          <a:xfrm>
            <a:off x="7927145" y="2347830"/>
            <a:ext cx="1111320" cy="686492"/>
            <a:chOff x="1688760" y="3814683"/>
            <a:chExt cx="1111320" cy="759706"/>
          </a:xfrm>
        </p:grpSpPr>
        <p:pic>
          <p:nvPicPr>
            <p:cNvPr id="3" name="Picture 3">
              <a:extLst>
                <a:ext uri="{FF2B5EF4-FFF2-40B4-BE49-F238E27FC236}">
                  <a16:creationId xmlns:a16="http://schemas.microsoft.com/office/drawing/2014/main" id="{DB58F194-6961-75BC-01B6-15D18BD6F7D5}"/>
                </a:ext>
              </a:extLst>
            </p:cNvPr>
            <p:cNvPicPr/>
            <p:nvPr/>
          </p:nvPicPr>
          <p:blipFill>
            <a:blip r:embed="rId4"/>
            <a:stretch/>
          </p:blipFill>
          <p:spPr>
            <a:xfrm>
              <a:off x="1688760" y="3814683"/>
              <a:ext cx="1111320" cy="759706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" name="TextBox 3">
              <a:extLst>
                <a:ext uri="{FF2B5EF4-FFF2-40B4-BE49-F238E27FC236}">
                  <a16:creationId xmlns:a16="http://schemas.microsoft.com/office/drawing/2014/main" id="{B07FB03E-19B2-CD39-C422-DE21BA0D2523}"/>
                </a:ext>
              </a:extLst>
            </p:cNvPr>
            <p:cNvSpPr/>
            <p:nvPr/>
          </p:nvSpPr>
          <p:spPr>
            <a:xfrm>
              <a:off x="1688760" y="4025160"/>
              <a:ext cx="1086480" cy="460211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spAutoFit/>
            </a:bodyPr>
            <a:lstStyle/>
            <a:p>
              <a:pPr>
                <a:spcBef>
                  <a:spcPts val="1191"/>
                </a:spcBef>
                <a:spcAft>
                  <a:spcPts val="992"/>
                </a:spcAft>
              </a:pP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{{#if logo1}}{{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pptxImage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src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=logo1 </a:t>
              </a:r>
              <a:r>
                <a:rPr lang="en-US" sz="600" dirty="0" err="1">
                  <a:solidFill>
                    <a:srgbClr val="000000"/>
                  </a:solidFill>
                  <a:latin typeface="Arial"/>
                  <a:ea typeface="Microsoft YaHei"/>
                </a:rPr>
                <a:t>usePlaceholderSize</a:t>
              </a:r>
              <a:r>
                <a:rPr lang="en-US" sz="600" dirty="0">
                  <a:solidFill>
                    <a:srgbClr val="000000"/>
                  </a:solidFill>
                  <a:latin typeface="Arial"/>
                  <a:ea typeface="Microsoft YaHei"/>
                </a:rPr>
                <a:t>=true}}{{/if}}</a:t>
              </a:r>
              <a:endParaRPr lang="fr-FR" sz="600" dirty="0">
                <a:solidFill>
                  <a:srgbClr val="000000"/>
                </a:solidFill>
                <a:latin typeface="Arial"/>
              </a:endParaRP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4909</TotalTime>
  <Words>3610</Words>
  <Application>Microsoft Office PowerPoint</Application>
  <PresentationFormat>On-screen Show (16:9)</PresentationFormat>
  <Paragraphs>523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Arial (Headings)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laghawassim</cp:lastModifiedBy>
  <cp:revision>603</cp:revision>
  <dcterms:created xsi:type="dcterms:W3CDTF">2025-08-14T15:20:57Z</dcterms:created>
  <dcterms:modified xsi:type="dcterms:W3CDTF">2026-01-01T13:36:56Z</dcterms:modified>
</cp:coreProperties>
</file>