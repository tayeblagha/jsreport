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8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1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7.xml" ContentType="application/vnd.openxmlformats-officedocument.presentationml.notes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notesSlides/notesSlide18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88" r:id="rId5"/>
    <p:sldId id="260" r:id="rId6"/>
    <p:sldId id="261" r:id="rId7"/>
    <p:sldId id="285" r:id="rId8"/>
    <p:sldId id="263" r:id="rId9"/>
    <p:sldId id="264" r:id="rId10"/>
    <p:sldId id="286" r:id="rId11"/>
    <p:sldId id="266" r:id="rId12"/>
    <p:sldId id="284" r:id="rId13"/>
    <p:sldId id="268" r:id="rId14"/>
    <p:sldId id="287" r:id="rId15"/>
    <p:sldId id="270" r:id="rId16"/>
    <p:sldId id="271" r:id="rId17"/>
    <p:sldId id="290" r:id="rId18"/>
    <p:sldId id="273" r:id="rId19"/>
    <p:sldId id="274" r:id="rId20"/>
    <p:sldId id="275" r:id="rId21"/>
    <p:sldId id="276" r:id="rId22"/>
    <p:sldId id="278" r:id="rId23"/>
    <p:sldId id="27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5C78"/>
    <a:srgbClr val="365167"/>
    <a:srgbClr val="00FF00"/>
    <a:srgbClr val="FFFFFF"/>
    <a:srgbClr val="3A729A"/>
    <a:srgbClr val="6CA184"/>
    <a:srgbClr val="153148"/>
    <a:srgbClr val="EBEBEB"/>
    <a:srgbClr val="FFF385"/>
    <a:srgbClr val="DE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024" autoAdjust="0"/>
  </p:normalViewPr>
  <p:slideViewPr>
    <p:cSldViewPr snapToGrid="0" snapToObjects="1">
      <p:cViewPr varScale="1">
        <p:scale>
          <a:sx n="105" d="100"/>
          <a:sy n="105" d="100"/>
        </p:scale>
        <p:origin x="82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assessment.[1].score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4A7-4890-9FA4-EA73E6ACB8AE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4A7-4890-9FA4-EA73E6ACB8AE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A4A7-4890-9FA4-EA73E6ACB8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assessment.[2].score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A5-4713-B7E2-026D58752EB1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A5-4713-B7E2-026D58752EB1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52A5-4713-B7E2-026D58752E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assessment.[3].score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DEB-40B1-BF73-3E3E9FD97884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DEB-40B1-BF73-3E3E9FD97884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DDEB-40B1-BF73-3E3E9FD978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assessment.[4].score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6C6-4EF3-8DEB-C5339056659F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6C6-4EF3-8DEB-C5339056659F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46C6-4EF3-8DEB-C533905665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assessment.[5].score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389-41F1-98D0-3D010C69AB39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389-41F1-98D0-3D010C69AB39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8389-41F1-98D0-3D010C69AB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 err="1">
                <a:solidFill>
                  <a:srgbClr val="285C78"/>
                </a:solidFill>
                <a:latin typeface="Arial"/>
              </a:rPr>
              <a:t>overallScore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2EB-40CB-AEC8-9D5860230D6C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2EB-40CB-AEC8-9D5860230D6C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C2EB-40CB-AEC8-9D5860230D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{{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pptxChart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data=(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generateBarChart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interview.insights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)}}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00" b="1" i="0" u="none" strike="noStrike" kern="1200" baseline="0">
              <a:solidFill>
                <a:prstClr val="black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0.46025407999710638"/>
          <c:y val="0"/>
          <c:w val="0.53974592000289368"/>
          <c:h val="0.901433691756272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351-4CE4-BA72-1E96A7FE5C52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351-4CE4-BA72-1E96A7FE5C5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351-4CE4-BA72-1E96A7FE5C5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1351-4CE4-BA72-1E96A7FE5C52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1351-4CE4-BA72-1E96A7FE5C5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A-1351-4CE4-BA72-1E96A7FE5C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b"/>
        <c:majorGridlines>
          <c:spPr>
            <a:ln w="6350" cap="flat" cmpd="sng" algn="ctr">
              <a:solidFill>
                <a:srgbClr val="DADADA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 cmpd="sng" algn="ctr">
      <a:solidFill>
        <a:srgbClr val="7ECFEF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1400" b="0" dirty="0">
                <a:solidFill>
                  <a:schemeClr val="tx1"/>
                </a:solidFill>
              </a:rPr>
              <a:t>{{</a:t>
            </a:r>
            <a:r>
              <a:rPr lang="en-US" sz="1400" b="0" dirty="0" err="1">
                <a:solidFill>
                  <a:schemeClr val="tx1"/>
                </a:solidFill>
              </a:rPr>
              <a:t>pptxChart</a:t>
            </a:r>
            <a:r>
              <a:rPr lang="en-US" sz="1400" b="0" dirty="0">
                <a:solidFill>
                  <a:schemeClr val="tx1"/>
                </a:solidFill>
              </a:rPr>
              <a:t> data=(</a:t>
            </a:r>
            <a:r>
              <a:rPr lang="en-US" sz="1400" b="0" dirty="0" err="1">
                <a:solidFill>
                  <a:schemeClr val="tx1"/>
                </a:solidFill>
              </a:rPr>
              <a:t>generateBarChart</a:t>
            </a:r>
            <a:r>
              <a:rPr lang="en-US" sz="1400" b="0" dirty="0">
                <a:solidFill>
                  <a:schemeClr val="tx1"/>
                </a:solidFill>
              </a:rPr>
              <a:t> </a:t>
            </a:r>
            <a:r>
              <a:rPr lang="en-US" sz="1400" b="0" dirty="0" err="1">
                <a:solidFill>
                  <a:schemeClr val="tx1"/>
                </a:solidFill>
              </a:rPr>
              <a:t>leadership.competencies</a:t>
            </a:r>
            <a:r>
              <a:rPr lang="en-US" sz="1400" b="0" dirty="0">
                <a:solidFill>
                  <a:schemeClr val="tx1"/>
                </a:solidFill>
              </a:rPr>
              <a:t>)}}</a:t>
            </a:r>
            <a:endParaRPr lang="fr-FR" sz="1400" b="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1598012748406451"/>
          <c:y val="0.64162754303599379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9248481439820023"/>
          <c:y val="2.7288886424408215E-2"/>
          <c:w val="0.79005486814148229"/>
          <c:h val="0.9296751198353726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rgbClr val="153148"/>
            </a:solidFill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1-99B5-4DD7-9E52-A041E4851FEC}"/>
              </c:ext>
            </c:extLst>
          </c:dPt>
          <c:dPt>
            <c:idx val="1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3-99B5-4DD7-9E52-A041E4851FEC}"/>
              </c:ext>
            </c:extLst>
          </c:dPt>
          <c:dPt>
            <c:idx val="2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5-99B5-4DD7-9E52-A041E4851FEC}"/>
              </c:ext>
            </c:extLst>
          </c:dPt>
          <c:dPt>
            <c:idx val="3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7-99B5-4DD7-9E52-A041E4851FEC}"/>
              </c:ext>
            </c:extLst>
          </c:dPt>
          <c:dPt>
            <c:idx val="4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9-99B5-4DD7-9E52-A041E4851FEC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384D"/>
                    </a:solidFill>
                    <a:latin typeface="Arial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A-99B5-4DD7-9E52-A041E4851F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B38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>
              <a:solidFill>
                <a:srgbClr val="DADA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>
      <a:solidFill>
        <a:srgbClr val="285C78"/>
      </a:solidFill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sz="700" dirty="0"/>
              <a:t>{{</a:t>
            </a:r>
            <a:r>
              <a:rPr lang="fr-FR" sz="700" dirty="0" err="1"/>
              <a:t>pptxChart</a:t>
            </a:r>
            <a:r>
              <a:rPr lang="fr-FR" sz="700" dirty="0"/>
              <a:t> data=(</a:t>
            </a:r>
            <a:r>
              <a:rPr lang="fr-FR" sz="700" dirty="0" err="1"/>
              <a:t>generateBarChart</a:t>
            </a:r>
            <a:r>
              <a:rPr lang="fr-FR" sz="700" dirty="0"/>
              <a:t> </a:t>
            </a:r>
            <a:r>
              <a:rPr lang="fr-FR" sz="700" dirty="0" err="1"/>
              <a:t>technical.competencies</a:t>
            </a:r>
            <a:r>
              <a:rPr lang="fr-FR" sz="700" dirty="0"/>
              <a:t>)}}</a:t>
            </a:r>
          </a:p>
        </c:rich>
      </c:tx>
      <c:layout>
        <c:manualLayout>
          <c:xMode val="edge"/>
          <c:yMode val="edge"/>
          <c:x val="0.36440469941257347"/>
          <c:y val="0.109546165884194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1.4666666666666666E-2"/>
          <c:y val="2.9518933372765024E-2"/>
          <c:w val="0.97739682539682526"/>
          <c:h val="0.97048106662723499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accent5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6E8-4584-9346-ED202DD2D35F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6E8-4584-9346-ED202DD2D35F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6E8-4584-9346-ED202DD2D35F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6E8-4584-9346-ED202DD2D35F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6E8-4584-9346-ED202DD2D35F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6E8-4584-9346-ED202DD2D35F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76E8-4584-9346-ED202DD2D35F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76E8-4584-9346-ED202DD2D35F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76E8-4584-9346-ED202DD2D35F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76E8-4584-9346-ED202DD2D35F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76E8-4584-9346-ED202DD2D35F}"/>
              </c:ext>
            </c:extLst>
          </c:dPt>
          <c:dPt>
            <c:idx val="1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76E8-4584-9346-ED202DD2D35F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18-76E8-4584-9346-ED202DD2D3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 cmpd="sng" algn="ctr">
              <a:solidFill>
                <a:srgbClr val="DADADA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 cmpd="sng" algn="ctr">
      <a:solidFill>
        <a:srgbClr val="285C78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sz="700" dirty="0"/>
              <a:t>{{</a:t>
            </a:r>
            <a:r>
              <a:rPr lang="fr-FR" sz="700" dirty="0" err="1"/>
              <a:t>pptxChart</a:t>
            </a:r>
            <a:r>
              <a:rPr lang="fr-FR" sz="700" dirty="0"/>
              <a:t> data=(</a:t>
            </a:r>
            <a:r>
              <a:rPr lang="fr-FR" sz="700" dirty="0" err="1"/>
              <a:t>generateBarChart</a:t>
            </a:r>
            <a:r>
              <a:rPr lang="fr-FR" sz="700" dirty="0"/>
              <a:t> </a:t>
            </a:r>
            <a:r>
              <a:rPr lang="fr-FR" sz="700" dirty="0" err="1"/>
              <a:t>behavioral.competencies</a:t>
            </a:r>
            <a:r>
              <a:rPr lang="fr-FR" sz="700" dirty="0"/>
              <a:t>)}}</a:t>
            </a:r>
          </a:p>
        </c:rich>
      </c:tx>
      <c:layout>
        <c:manualLayout>
          <c:xMode val="edge"/>
          <c:yMode val="edge"/>
          <c:x val="0.36440469941257347"/>
          <c:y val="0.109546165884194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1.4666666666666666E-2"/>
          <c:y val="2.9518933372765024E-2"/>
          <c:w val="0.97739682539682526"/>
          <c:h val="0.97048106662723499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A1-4D2E-84DF-E77855810842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A1-4D2E-84DF-E778558108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A1-4D2E-84DF-E778558108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A1-4D2E-84DF-E77855810842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A1-4D2E-84DF-E77855810842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A1-4D2E-84DF-E77855810842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0A1-4D2E-84DF-E77855810842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0A1-4D2E-84DF-E77855810842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0A1-4D2E-84DF-E77855810842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0A1-4D2E-84DF-E77855810842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C0A1-4D2E-84DF-E77855810842}"/>
              </c:ext>
            </c:extLst>
          </c:dPt>
          <c:dPt>
            <c:idx val="1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C0A1-4D2E-84DF-E7785581084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18-C0A1-4D2E-84DF-E7785581084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 cmpd="sng" algn="ctr">
              <a:solidFill>
                <a:srgbClr val="DADADA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 cmpd="sng" algn="ctr">
      <a:solidFill>
        <a:srgbClr val="285C78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/>
              <a:t>{{</a:t>
            </a:r>
            <a:r>
              <a:rPr lang="en-US" sz="1400" dirty="0" err="1"/>
              <a:t>pptxChart</a:t>
            </a:r>
            <a:r>
              <a:rPr lang="en-US" sz="1400" dirty="0"/>
              <a:t> data=(</a:t>
            </a:r>
            <a:r>
              <a:rPr lang="en-US" sz="1400" dirty="0" err="1"/>
              <a:t>generateBarChart</a:t>
            </a:r>
            <a:r>
              <a:rPr lang="en-US" sz="1400" dirty="0"/>
              <a:t> </a:t>
            </a:r>
            <a:r>
              <a:rPr lang="en-US" sz="1400" dirty="0" err="1"/>
              <a:t>personality.personalityScale</a:t>
            </a:r>
            <a:r>
              <a:rPr lang="en-US" sz="1400" dirty="0"/>
              <a:t>)}}</a:t>
            </a:r>
            <a:endParaRPr lang="fr-FR" sz="14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544-4C9A-AAA8-78BBCFD5E8F9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544-4C9A-AAA8-78BBCFD5E8F9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544-4C9A-AAA8-78BBCFD5E8F9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9544-4C9A-AAA8-78BBCFD5E8F9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9544-4C9A-AAA8-78BBCFD5E8F9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544-4C9A-AAA8-78BBCFD5E8F9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544-4C9A-AAA8-78BBCFD5E8F9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E-9544-4C9A-AAA8-78BBCFD5E8F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6350" cap="flat" cmpd="sng" algn="ctr">
      <a:solidFill>
        <a:srgbClr val="285C78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personality.professionalScale.managerialPotential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7EA-4805-97EF-6B5CE0B642A8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7EA-4805-97EF-6B5CE0B642A8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37EA-4805-97EF-6B5CE0B642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personality.professionalScale.serviceOrientation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5E4-4B6F-ABF3-32A4135CC798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5E4-4B6F-ABF3-32A4135CC798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75E4-4B6F-ABF3-32A4135CC7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personality.professionalScale.managerialPotential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8B6-4221-9A89-59DE3DC52335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8B6-4221-9A89-59DE3DC52335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88B6-4221-9A89-59DE3DC523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personality.professionalScale.salesPotential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E00-4FC6-8725-EE0C0FF805F3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E00-4FC6-8725-EE0C0FF805F3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5E00-4FC6-8725-EE0C0FF805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personality.professionalScale.reliability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AD4-420D-A24C-56C315025B5B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AD4-420D-A24C-56C315025B5B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6AD4-420D-A24C-56C315025B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personality.professionalScale.stressTolerance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4D2-43DA-BB15-A05291BE9E86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4D2-43DA-BB15-A05291BE9E86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94D2-43DA-BB15-A05291BE9E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 sz="200" dirty="0"/>
              <a:t>{{</a:t>
            </a:r>
            <a:r>
              <a:rPr lang="en-US" sz="200" dirty="0" err="1"/>
              <a:t>pptxChart</a:t>
            </a:r>
            <a:r>
              <a:rPr lang="en-US" sz="200" dirty="0"/>
              <a:t> data=(</a:t>
            </a:r>
            <a:r>
              <a:rPr lang="en-US" sz="200" dirty="0" err="1"/>
              <a:t>generatePercentageChart</a:t>
            </a:r>
            <a:r>
              <a:rPr lang="en-US" sz="200" dirty="0"/>
              <a:t> </a:t>
            </a:r>
            <a:r>
              <a:rPr lang="en-US" sz="200" dirty="0" err="1"/>
              <a:t>cognitive.quantitativeReasoning</a:t>
            </a:r>
            <a:r>
              <a:rPr lang="en-US" sz="200" dirty="0"/>
              <a:t>)}}</a:t>
            </a:r>
            <a:endParaRPr lang="fr-FR" sz="200" dirty="0"/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6.6000000000000017E-2"/>
          <c:y val="2.0888888888888898E-2"/>
          <c:w val="0.85688888888888892"/>
          <c:h val="0.85688888888888892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314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A02-45AA-883C-ACC23485FE4A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A02-45AA-883C-ACC23485FE4A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FA02-45AA-883C-ACC23485FE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 sz="200" dirty="0"/>
              <a:t>{{</a:t>
            </a:r>
            <a:r>
              <a:rPr lang="en-US" sz="200" dirty="0" err="1"/>
              <a:t>pptxChart</a:t>
            </a:r>
            <a:r>
              <a:rPr lang="en-US" sz="200" dirty="0"/>
              <a:t> data=(</a:t>
            </a:r>
            <a:r>
              <a:rPr lang="en-US" sz="200" dirty="0" err="1"/>
              <a:t>generatePercentageChart</a:t>
            </a:r>
            <a:r>
              <a:rPr lang="en-US" sz="200" dirty="0"/>
              <a:t> </a:t>
            </a:r>
            <a:r>
              <a:rPr lang="en-US" sz="200" dirty="0" err="1"/>
              <a:t>cognitive.businessReasoning</a:t>
            </a:r>
            <a:r>
              <a:rPr lang="en-US" sz="200" dirty="0"/>
              <a:t>)}}</a:t>
            </a:r>
            <a:endParaRPr lang="fr-FR" sz="200" dirty="0"/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6.6000000000000017E-2"/>
          <c:y val="2.0888888888888898E-2"/>
          <c:w val="0.85688888888888892"/>
          <c:h val="0.85688888888888892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314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528-48E3-BC10-65D7CE3EA6DC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528-48E3-BC10-65D7CE3EA6DC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6528-48E3-BC10-65D7CE3EA6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 sz="200" dirty="0"/>
              <a:t>{{</a:t>
            </a:r>
            <a:r>
              <a:rPr lang="en-US" sz="200" dirty="0" err="1"/>
              <a:t>pptxChart</a:t>
            </a:r>
            <a:r>
              <a:rPr lang="en-US" sz="200" dirty="0"/>
              <a:t> data=(</a:t>
            </a:r>
            <a:r>
              <a:rPr lang="en-US" sz="200" dirty="0" err="1"/>
              <a:t>generatePercentageChart</a:t>
            </a:r>
            <a:r>
              <a:rPr lang="en-US" sz="200" dirty="0"/>
              <a:t> </a:t>
            </a:r>
            <a:r>
              <a:rPr lang="en-US" sz="200" dirty="0" err="1"/>
              <a:t>cognitive.qualitativeReasoning</a:t>
            </a:r>
            <a:r>
              <a:rPr lang="en-US" sz="200" dirty="0"/>
              <a:t>)}}</a:t>
            </a:r>
            <a:endParaRPr lang="fr-FR" sz="200" dirty="0"/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6.6000000000000017E-2"/>
          <c:y val="2.0888888888888898E-2"/>
          <c:w val="0.85688888888888892"/>
          <c:h val="0.85688888888888892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314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6D5-4454-9105-9D9107B17867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6D5-4454-9105-9D9107B17867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F6D5-4454-9105-9D9107B178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17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787E36-E826-4AE4-B0C9-FD25A12F03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79657-95B4-9FEC-2B42-F734E31B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B96AA-6478-19BD-D2AC-1D736571E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DC622-D230-57B1-129D-5063592E5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D0E46-083A-B06B-A26E-78288782B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3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778A-5FCA-7CD8-9A72-DD04A9CB6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357BE5-4DE2-1D5B-7169-878E31DF5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3594B-2378-E9D7-3BFB-A87CB3585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E220-565F-27C8-2297-9D6F63F77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81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3CF7-5191-1DF6-6E05-8249E1168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E83B4-6704-468B-234A-A01D914F1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09328-F137-A3DE-A65C-8A75CF15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6CD1A-06E2-1B14-0D59-323A9EF02A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78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6EA32-5D2D-23BB-7846-AFF173B4F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86856-CAA7-4916-CBC5-219D3B7C9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73C5F-78B2-A62E-2D52-7F2E36114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E648D-C5BE-83B7-86BB-13AAEB6B6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134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981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5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10" Type="http://schemas.openxmlformats.org/officeDocument/2006/relationships/chart" Target="../charts/chart6.xml"/><Relationship Id="rId4" Type="http://schemas.openxmlformats.org/officeDocument/2006/relationships/image" Target="../media/image2.jpeg"/><Relationship Id="rId9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chart" Target="../charts/char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chart" Target="../charts/char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0.xm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5.xml"/><Relationship Id="rId3" Type="http://schemas.openxmlformats.org/officeDocument/2006/relationships/image" Target="../media/image18.png"/><Relationship Id="rId7" Type="http://schemas.openxmlformats.org/officeDocument/2006/relationships/chart" Target="../charts/chart1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3.xml"/><Relationship Id="rId5" Type="http://schemas.openxmlformats.org/officeDocument/2006/relationships/image" Target="../media/image19.jpeg"/><Relationship Id="rId10" Type="http://schemas.openxmlformats.org/officeDocument/2006/relationships/chart" Target="../charts/chart17.xml"/><Relationship Id="rId4" Type="http://schemas.openxmlformats.org/officeDocument/2006/relationships/chart" Target="../charts/chart12.xml"/><Relationship Id="rId9" Type="http://schemas.openxmlformats.org/officeDocument/2006/relationships/chart" Target="../charts/char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0.xml"/><Relationship Id="rId5" Type="http://schemas.openxmlformats.org/officeDocument/2006/relationships/chart" Target="../charts/chart19.xml"/><Relationship Id="rId4" Type="http://schemas.openxmlformats.org/officeDocument/2006/relationships/chart" Target="../charts/char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erson touching a screen with icons&#10;&#10;AI-generated content may be incorrect.">
            <a:extLst>
              <a:ext uri="{FF2B5EF4-FFF2-40B4-BE49-F238E27FC236}">
                <a16:creationId xmlns:a16="http://schemas.microsoft.com/office/drawing/2014/main" id="{5423DB9C-DBD0-3F16-536F-50DB2497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Competency Assessment Report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2588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Position: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46888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b="1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B32DDC-C92B-B676-8DAA-64EBBB9EAC71}"/>
              </a:ext>
            </a:extLst>
          </p:cNvPr>
          <p:cNvSpPr txBox="1"/>
          <p:nvPr/>
        </p:nvSpPr>
        <p:spPr>
          <a:xfrm>
            <a:off x="961390" y="3952293"/>
            <a:ext cx="58331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3A729A"/>
                </a:solidFill>
                <a:effectLst/>
                <a:uFillTx/>
                <a:latin typeface="Arial"/>
                <a:ea typeface="Arial"/>
              </a:rPr>
              <a:t>{{</a:t>
            </a:r>
            <a:r>
              <a:rPr lang="en-US" sz="2000" b="1" dirty="0" err="1">
                <a:solidFill>
                  <a:srgbClr val="3A729A"/>
                </a:solidFill>
                <a:latin typeface="Arial"/>
              </a:rPr>
              <a:t>assessmentName</a:t>
            </a:r>
            <a:r>
              <a:rPr lang="en-US" sz="2000" b="1" dirty="0">
                <a:solidFill>
                  <a:srgbClr val="3A729A"/>
                </a:solidFill>
                <a:latin typeface="Arial"/>
              </a:rPr>
              <a:t>}}</a:t>
            </a:r>
            <a:endParaRPr lang="fr-FR" sz="2000" b="0" u="none" strike="noStrike" dirty="0">
              <a:solidFill>
                <a:srgbClr val="3A729A"/>
              </a:solidFill>
              <a:effectLst/>
              <a:uFillTx/>
              <a:latin typeface="Arial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7BE052AD-1B32-2C56-5AC9-F46534131019}"/>
              </a:ext>
            </a:extLst>
          </p:cNvPr>
          <p:cNvSpPr/>
          <p:nvPr/>
        </p:nvSpPr>
        <p:spPr>
          <a:xfrm>
            <a:off x="1313180" y="3535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{{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firstCharUpper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 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Microsoft YaHei"/>
                <a:cs typeface="Arial" panose="020B0604020202020204" pitchFamily="34" charset="0"/>
              </a:rPr>
              <a:t>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firstName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}} {{ 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firstCharUpper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 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Microsoft YaHei"/>
                <a:cs typeface="Arial" panose="020B0604020202020204" pitchFamily="34" charset="0"/>
              </a:rPr>
              <a:t>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lastName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}}</a:t>
            </a:r>
            <a:endParaRPr lang="fr-FR" sz="2000" dirty="0">
              <a:solidFill>
                <a:srgbClr val="3A729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solidFill>
                <a:srgbClr val="3A729A"/>
              </a:solidFill>
            </a:endParaRPr>
          </a:p>
        </p:txBody>
      </p:sp>
      <p:grpSp>
        <p:nvGrpSpPr>
          <p:cNvPr id="10" name="Group 2">
            <a:extLst>
              <a:ext uri="{FF2B5EF4-FFF2-40B4-BE49-F238E27FC236}">
                <a16:creationId xmlns:a16="http://schemas.microsoft.com/office/drawing/2014/main" id="{6124C503-25EE-65D4-8491-C379C0243117}"/>
              </a:ext>
            </a:extLst>
          </p:cNvPr>
          <p:cNvGrpSpPr/>
          <p:nvPr/>
        </p:nvGrpSpPr>
        <p:grpSpPr>
          <a:xfrm>
            <a:off x="7927145" y="2347830"/>
            <a:ext cx="1111320" cy="686492"/>
            <a:chOff x="1688760" y="3814683"/>
            <a:chExt cx="1111320" cy="759706"/>
          </a:xfrm>
        </p:grpSpPr>
        <p:pic>
          <p:nvPicPr>
            <p:cNvPr id="11" name="Picture 3">
              <a:extLst>
                <a:ext uri="{FF2B5EF4-FFF2-40B4-BE49-F238E27FC236}">
                  <a16:creationId xmlns:a16="http://schemas.microsoft.com/office/drawing/2014/main" id="{2AC33729-5A43-8218-E1A5-181997BBF0ED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814683"/>
              <a:ext cx="1111320" cy="759706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8AC988F1-EFCD-F388-28F2-8789E2CD7FE4}"/>
                </a:ext>
              </a:extLst>
            </p:cNvPr>
            <p:cNvSpPr/>
            <p:nvPr/>
          </p:nvSpPr>
          <p:spPr>
            <a:xfrm>
              <a:off x="1688760" y="4025160"/>
              <a:ext cx="108648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logo1}}{{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=logo1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  <a:endParaRPr lang="fr-FR" sz="600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_next/static/media/Intro2.b4340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4B9868-D10C-EFF0-7FB5-BD68CEEA0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915D5A41-8F3A-57F6-5399-32C295F545D1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37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0" y="30217"/>
            <a:ext cx="9131040" cy="51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Text 0"/>
          <p:cNvSpPr/>
          <p:nvPr/>
        </p:nvSpPr>
        <p:spPr>
          <a:xfrm>
            <a:off x="91440" y="475488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446520" y="1028880"/>
            <a:ext cx="2281320" cy="86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7"/>
          <p:cNvSpPr/>
          <p:nvPr/>
        </p:nvSpPr>
        <p:spPr>
          <a:xfrm>
            <a:off x="144360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Overall Score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8"/>
          <p:cNvSpPr/>
          <p:nvPr/>
        </p:nvSpPr>
        <p:spPr>
          <a:xfrm>
            <a:off x="3600000" y="3060000"/>
            <a:ext cx="141768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9"/>
          <p:cNvSpPr/>
          <p:nvPr/>
        </p:nvSpPr>
        <p:spPr>
          <a:xfrm>
            <a:off x="2632320" y="3859532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assessment.[1].name}}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{{assessment.[1].name}} Score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300" b="1" u="none" strike="noStrike" dirty="0">
              <a:solidFill>
                <a:srgbClr val="153148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1"/>
          <p:cNvSpPr/>
          <p:nvPr/>
        </p:nvSpPr>
        <p:spPr>
          <a:xfrm>
            <a:off x="382104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assessment.[2].name}}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{{assessment.[2].name}} Score</a:t>
            </a:r>
            <a:r>
              <a:rPr lang="en-US" sz="4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400" b="1" dirty="0">
              <a:solidFill>
                <a:srgbClr val="153148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3"/>
          <p:cNvSpPr/>
          <p:nvPr/>
        </p:nvSpPr>
        <p:spPr>
          <a:xfrm>
            <a:off x="5009760" y="3850006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assessment.[3].name}}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{{assessment.[3].name}}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4"/>
          <p:cNvSpPr/>
          <p:nvPr/>
        </p:nvSpPr>
        <p:spPr>
          <a:xfrm>
            <a:off x="6768000" y="3960000"/>
            <a:ext cx="116640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5"/>
          <p:cNvSpPr/>
          <p:nvPr/>
        </p:nvSpPr>
        <p:spPr>
          <a:xfrm>
            <a:off x="619848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183349"/>
                </a:solidFill>
                <a:latin typeface="Arial"/>
              </a:rPr>
              <a:t> </a:t>
            </a:r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assessment.[4].name}}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{{assessment.[4].name}}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6"/>
          <p:cNvSpPr/>
          <p:nvPr/>
        </p:nvSpPr>
        <p:spPr>
          <a:xfrm>
            <a:off x="7920000" y="3960000"/>
            <a:ext cx="125676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7"/>
          <p:cNvSpPr/>
          <p:nvPr/>
        </p:nvSpPr>
        <p:spPr>
          <a:xfrm>
            <a:off x="7387200" y="3826191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assessment.[5].name}}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{{assessment.[5].name}}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473040" y="712080"/>
            <a:ext cx="27385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Text 1"/>
          <p:cNvSpPr/>
          <p:nvPr/>
        </p:nvSpPr>
        <p:spPr>
          <a:xfrm>
            <a:off x="2788920" y="106992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2788920" y="134064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roleName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2788920" y="1611720"/>
            <a:ext cx="2144160" cy="2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{{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</a:rPr>
              <a:t>assessmentName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24"/>
          <p:cNvSpPr/>
          <p:nvPr/>
        </p:nvSpPr>
        <p:spPr>
          <a:xfrm>
            <a:off x="4626360" y="491760"/>
            <a:ext cx="64080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1371600" y="2148840"/>
            <a:ext cx="7127640" cy="118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404000" y="1980000"/>
            <a:ext cx="7199640" cy="10051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6000" rIns="90000" bIns="45000" anchor="t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{{ternary (eq gender "Female")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Mrs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has secured the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overallLevelName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Level of the role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assessmentName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with an Overall Score of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overallScore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}}%</a:t>
            </a:r>
            <a:r>
              <a:rPr lang="en-US" sz="1200" dirty="0">
                <a:solidFill>
                  <a:srgbClr val="183349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. {{ ternary (eq gender "Female") "She" "He" }} Scored 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competencyHighlights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competencyImprovements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developmentPlanSentence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40000" y="2880000"/>
            <a:ext cx="32382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1BE41C0-0358-44AF-0E0E-779BDB6DEF26}"/>
              </a:ext>
            </a:extLst>
          </p:cNvPr>
          <p:cNvGrpSpPr/>
          <p:nvPr/>
        </p:nvGrpSpPr>
        <p:grpSpPr>
          <a:xfrm>
            <a:off x="8297897" y="32778"/>
            <a:ext cx="769371" cy="553104"/>
            <a:chOff x="1688760" y="3975120"/>
            <a:chExt cx="1111320" cy="904680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C2C873BC-3476-0DF8-97B3-584E9ADB6A3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ECE6382-EF4D-C916-1E41-D37407783836}"/>
                </a:ext>
              </a:extLst>
            </p:cNvPr>
            <p:cNvSpPr/>
            <p:nvPr/>
          </p:nvSpPr>
          <p:spPr>
            <a:xfrm>
              <a:off x="1688760" y="4025162"/>
              <a:ext cx="1086480" cy="83467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logo1}}{{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=logo1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2">
            <a:extLst>
              <a:ext uri="{FF2B5EF4-FFF2-40B4-BE49-F238E27FC236}">
                <a16:creationId xmlns:a16="http://schemas.microsoft.com/office/drawing/2014/main" id="{51BAF163-0B30-B2D2-09D7-379EBC1D3EB6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2" name="Picture 3">
              <a:extLst>
                <a:ext uri="{FF2B5EF4-FFF2-40B4-BE49-F238E27FC236}">
                  <a16:creationId xmlns:a16="http://schemas.microsoft.com/office/drawing/2014/main" id="{559694BF-1F71-3617-CA5B-2C735B53107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3" name="TextBox 3">
              <a:extLst>
                <a:ext uri="{FF2B5EF4-FFF2-40B4-BE49-F238E27FC236}">
                  <a16:creationId xmlns:a16="http://schemas.microsoft.com/office/drawing/2014/main" id="{EF3DA0ED-CC31-1087-49A8-B59124704FA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">
            <a:extLst>
              <a:ext uri="{FF2B5EF4-FFF2-40B4-BE49-F238E27FC236}">
                <a16:creationId xmlns:a16="http://schemas.microsoft.com/office/drawing/2014/main" id="{C964C682-7D45-F5EA-A5AE-6F9BC3EA8418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65" name="Picture 3">
              <a:extLst>
                <a:ext uri="{FF2B5EF4-FFF2-40B4-BE49-F238E27FC236}">
                  <a16:creationId xmlns:a16="http://schemas.microsoft.com/office/drawing/2014/main" id="{7FB5E328-2791-0D0C-2BC9-87B958D2EB0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6" name="TextBox 3">
              <a:extLst>
                <a:ext uri="{FF2B5EF4-FFF2-40B4-BE49-F238E27FC236}">
                  <a16:creationId xmlns:a16="http://schemas.microsoft.com/office/drawing/2014/main" id="{23E65F14-408C-D211-A1A7-BA35F8D0F7D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67" name="Group 2">
            <a:extLst>
              <a:ext uri="{FF2B5EF4-FFF2-40B4-BE49-F238E27FC236}">
                <a16:creationId xmlns:a16="http://schemas.microsoft.com/office/drawing/2014/main" id="{0D7CEF90-D752-01A4-E0F2-1B3903C8E23E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68" name="Picture 3">
              <a:extLst>
                <a:ext uri="{FF2B5EF4-FFF2-40B4-BE49-F238E27FC236}">
                  <a16:creationId xmlns:a16="http://schemas.microsoft.com/office/drawing/2014/main" id="{14FEE2C8-07E3-5264-FC68-5F25D0A8C42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9" name="TextBox 3">
              <a:extLst>
                <a:ext uri="{FF2B5EF4-FFF2-40B4-BE49-F238E27FC236}">
                  <a16:creationId xmlns:a16="http://schemas.microsoft.com/office/drawing/2014/main" id="{5F622532-96AC-B89F-7FEE-FB1330F1879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0" name="Group 2">
            <a:extLst>
              <a:ext uri="{FF2B5EF4-FFF2-40B4-BE49-F238E27FC236}">
                <a16:creationId xmlns:a16="http://schemas.microsoft.com/office/drawing/2014/main" id="{1D0CCE6C-DABB-FFE1-8BBE-FC69B1CAF05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71" name="Picture 3">
              <a:extLst>
                <a:ext uri="{FF2B5EF4-FFF2-40B4-BE49-F238E27FC236}">
                  <a16:creationId xmlns:a16="http://schemas.microsoft.com/office/drawing/2014/main" id="{E49779AE-E43E-8443-F41F-E35F4E6B90C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2" name="TextBox 3">
              <a:extLst>
                <a:ext uri="{FF2B5EF4-FFF2-40B4-BE49-F238E27FC236}">
                  <a16:creationId xmlns:a16="http://schemas.microsoft.com/office/drawing/2014/main" id="{9E542339-B654-612B-DB27-2EEE7E1CF03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2">
            <a:extLst>
              <a:ext uri="{FF2B5EF4-FFF2-40B4-BE49-F238E27FC236}">
                <a16:creationId xmlns:a16="http://schemas.microsoft.com/office/drawing/2014/main" id="{A959619C-6A30-844F-10BA-B16F84E62158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74" name="Picture 3">
              <a:extLst>
                <a:ext uri="{FF2B5EF4-FFF2-40B4-BE49-F238E27FC236}">
                  <a16:creationId xmlns:a16="http://schemas.microsoft.com/office/drawing/2014/main" id="{53CC1B62-3419-460E-258B-1F987345A8C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5" name="TextBox 3">
              <a:extLst>
                <a:ext uri="{FF2B5EF4-FFF2-40B4-BE49-F238E27FC236}">
                  <a16:creationId xmlns:a16="http://schemas.microsoft.com/office/drawing/2014/main" id="{6A25B79C-1879-D694-6A1C-D9406439943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DEC30EF0-D1F8-2765-3C18-D230C70FCA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2094651"/>
              </p:ext>
            </p:extLst>
          </p:nvPr>
        </p:nvGraphicFramePr>
        <p:xfrm>
          <a:off x="2867197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6057618C-CFD7-1CC6-CA86-B4E223473A5F}"/>
              </a:ext>
            </a:extLst>
          </p:cNvPr>
          <p:cNvSpPr txBox="1"/>
          <p:nvPr/>
        </p:nvSpPr>
        <p:spPr>
          <a:xfrm>
            <a:off x="3144960" y="4284000"/>
            <a:ext cx="9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assessment.[1].score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5" name="Chart 0">
            <a:extLst>
              <a:ext uri="{FF2B5EF4-FFF2-40B4-BE49-F238E27FC236}">
                <a16:creationId xmlns:a16="http://schemas.microsoft.com/office/drawing/2014/main" id="{1B668CF1-7F26-F498-EC65-2637BEC052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8416961"/>
              </p:ext>
            </p:extLst>
          </p:nvPr>
        </p:nvGraphicFramePr>
        <p:xfrm>
          <a:off x="4022708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8" name="Chart 0">
            <a:extLst>
              <a:ext uri="{FF2B5EF4-FFF2-40B4-BE49-F238E27FC236}">
                <a16:creationId xmlns:a16="http://schemas.microsoft.com/office/drawing/2014/main" id="{8EB795DD-66CB-CE22-B9F6-90139EED59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58588887"/>
              </p:ext>
            </p:extLst>
          </p:nvPr>
        </p:nvGraphicFramePr>
        <p:xfrm>
          <a:off x="5213546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0" name="Chart 0">
            <a:extLst>
              <a:ext uri="{FF2B5EF4-FFF2-40B4-BE49-F238E27FC236}">
                <a16:creationId xmlns:a16="http://schemas.microsoft.com/office/drawing/2014/main" id="{AD3A71F2-A9A9-0B91-A37E-F3E1A9748F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5090011"/>
              </p:ext>
            </p:extLst>
          </p:nvPr>
        </p:nvGraphicFramePr>
        <p:xfrm>
          <a:off x="6461628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3" name="Chart 0">
            <a:extLst>
              <a:ext uri="{FF2B5EF4-FFF2-40B4-BE49-F238E27FC236}">
                <a16:creationId xmlns:a16="http://schemas.microsoft.com/office/drawing/2014/main" id="{8B991A41-EAE6-8FAB-C758-4FB04D9B51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3876964"/>
              </p:ext>
            </p:extLst>
          </p:nvPr>
        </p:nvGraphicFramePr>
        <p:xfrm>
          <a:off x="7583700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DBF353AE-51AC-5058-46C3-D6EFE5440C24}"/>
              </a:ext>
            </a:extLst>
          </p:cNvPr>
          <p:cNvSpPr txBox="1"/>
          <p:nvPr/>
        </p:nvSpPr>
        <p:spPr>
          <a:xfrm>
            <a:off x="4322754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assessment.[2].score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B79400-932D-70A8-9619-BA496DE21FBF}"/>
              </a:ext>
            </a:extLst>
          </p:cNvPr>
          <p:cNvSpPr txBox="1"/>
          <p:nvPr/>
        </p:nvSpPr>
        <p:spPr>
          <a:xfrm>
            <a:off x="5507653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assessment.[3].score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8B27F6-5DBC-DB1B-D37C-945C45415B37}"/>
              </a:ext>
            </a:extLst>
          </p:cNvPr>
          <p:cNvSpPr txBox="1"/>
          <p:nvPr/>
        </p:nvSpPr>
        <p:spPr>
          <a:xfrm>
            <a:off x="6761787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assessment.[4].score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ABF013-2D21-055C-A74F-8C8939B65114}"/>
              </a:ext>
            </a:extLst>
          </p:cNvPr>
          <p:cNvSpPr txBox="1"/>
          <p:nvPr/>
        </p:nvSpPr>
        <p:spPr>
          <a:xfrm>
            <a:off x="7868795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assessment.[5].score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72DA9-1089-CF97-04E2-4B38D00E85E7}"/>
              </a:ext>
            </a:extLst>
          </p:cNvPr>
          <p:cNvSpPr txBox="1"/>
          <p:nvPr/>
        </p:nvSpPr>
        <p:spPr>
          <a:xfrm>
            <a:off x="1952300" y="4284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fr-FR" sz="300" b="1" dirty="0" err="1">
                <a:solidFill>
                  <a:srgbClr val="285C78"/>
                </a:solidFill>
              </a:rPr>
              <a:t>overallScore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7" name="Chart 0">
            <a:extLst>
              <a:ext uri="{FF2B5EF4-FFF2-40B4-BE49-F238E27FC236}">
                <a16:creationId xmlns:a16="http://schemas.microsoft.com/office/drawing/2014/main" id="{49A86CD2-094F-12F5-5F0C-E3A5EC80E6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860774"/>
              </p:ext>
            </p:extLst>
          </p:nvPr>
        </p:nvGraphicFramePr>
        <p:xfrm>
          <a:off x="1680552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6462E0-9001-F38B-E66F-8E57CB4F4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0" y="0"/>
            <a:ext cx="9135880" cy="514350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9E54A-F949-2255-3559-E34FC29A9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9859" y="592510"/>
            <a:ext cx="745382" cy="288177"/>
          </a:xfrm>
          <a:prstGeom prst="rect">
            <a:avLst/>
          </a:prstGeom>
        </p:spPr>
      </p:pic>
      <p:sp>
        <p:nvSpPr>
          <p:cNvPr id="13" name="Text 11">
            <a:extLst>
              <a:ext uri="{FF2B5EF4-FFF2-40B4-BE49-F238E27FC236}">
                <a16:creationId xmlns:a16="http://schemas.microsoft.com/office/drawing/2014/main" id="{31F485E7-9886-E7CA-0642-380DAD53C0BA}"/>
              </a:ext>
            </a:extLst>
          </p:cNvPr>
          <p:cNvSpPr/>
          <p:nvPr/>
        </p:nvSpPr>
        <p:spPr>
          <a:xfrm>
            <a:off x="5109021" y="598573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3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EC744D51-BC5F-9029-0251-76391CA043FF}"/>
              </a:ext>
            </a:extLst>
          </p:cNvPr>
          <p:cNvSpPr/>
          <p:nvPr/>
        </p:nvSpPr>
        <p:spPr>
          <a:xfrm>
            <a:off x="6752698" y="1213659"/>
            <a:ext cx="74538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51F55AD-2321-6E2C-7792-ABD0A7F6B1F1}"/>
              </a:ext>
            </a:extLst>
          </p:cNvPr>
          <p:cNvSpPr/>
          <p:nvPr/>
        </p:nvSpPr>
        <p:spPr>
          <a:xfrm>
            <a:off x="450428" y="736599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CDAD606-9527-3A7E-14F0-9BBE07743824}"/>
              </a:ext>
            </a:extLst>
          </p:cNvPr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>
              <a:lnSpc>
                <a:spcPts val="1200"/>
              </a:lnSpc>
            </a:pPr>
            <a:endParaRPr lang="en-US" sz="800" dirty="0"/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853776A5-91D4-FC0C-8841-172FF6A25A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21374"/>
              </p:ext>
            </p:extLst>
          </p:nvPr>
        </p:nvGraphicFramePr>
        <p:xfrm>
          <a:off x="5145388" y="2044338"/>
          <a:ext cx="3538728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DA49AD-4EEA-32EE-345A-B56738D3A3BA}"/>
              </a:ext>
            </a:extLst>
          </p:cNvPr>
          <p:cNvSpPr txBox="1"/>
          <p:nvPr/>
        </p:nvSpPr>
        <p:spPr>
          <a:xfrm>
            <a:off x="3463047" y="648511"/>
            <a:ext cx="512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CB96370D-F421-4B63-B438-0BA88F3F98CF}"/>
              </a:ext>
            </a:extLst>
          </p:cNvPr>
          <p:cNvSpPr/>
          <p:nvPr/>
        </p:nvSpPr>
        <p:spPr>
          <a:xfrm>
            <a:off x="7237166" y="572539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3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7FF2B8-4EBD-B008-44AB-0D6CD611F43D}"/>
              </a:ext>
            </a:extLst>
          </p:cNvPr>
          <p:cNvSpPr txBox="1"/>
          <p:nvPr/>
        </p:nvSpPr>
        <p:spPr>
          <a:xfrm>
            <a:off x="476818" y="2105113"/>
            <a:ext cx="45777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rgbClr val="002060"/>
                </a:solidFill>
              </a:rPr>
              <a:t>{{</a:t>
            </a:r>
            <a:r>
              <a:rPr lang="fr-FR" sz="1600" dirty="0" err="1">
                <a:solidFill>
                  <a:srgbClr val="002060"/>
                </a:solidFill>
              </a:rPr>
              <a:t>interviewSummary</a:t>
            </a:r>
            <a:r>
              <a:rPr lang="fr-FR" sz="1600" dirty="0">
                <a:solidFill>
                  <a:srgbClr val="002060"/>
                </a:solidFill>
              </a:rPr>
              <a:t> interview </a:t>
            </a:r>
            <a:r>
              <a:rPr lang="fr-FR" sz="1600" dirty="0" err="1">
                <a:solidFill>
                  <a:srgbClr val="002060"/>
                </a:solidFill>
              </a:rPr>
              <a:t>gender</a:t>
            </a:r>
            <a:r>
              <a:rPr lang="fr-FR" sz="1600" dirty="0">
                <a:solidFill>
                  <a:srgbClr val="002060"/>
                </a:solidFill>
              </a:rPr>
              <a:t> </a:t>
            </a:r>
            <a:r>
              <a:rPr lang="fr-FR" sz="1600" dirty="0" err="1">
                <a:solidFill>
                  <a:srgbClr val="002060"/>
                </a:solidFill>
              </a:rPr>
              <a:t>firstName</a:t>
            </a:r>
            <a:r>
              <a:rPr lang="fr-FR" sz="1600" dirty="0">
                <a:solidFill>
                  <a:srgbClr val="002060"/>
                </a:solidFill>
              </a:rPr>
              <a:t>}} </a:t>
            </a:r>
          </a:p>
          <a:p>
            <a:endParaRPr lang="fr-FR" dirty="0"/>
          </a:p>
        </p:txBody>
      </p:sp>
      <p:grpSp>
        <p:nvGrpSpPr>
          <p:cNvPr id="23" name="Group 2">
            <a:extLst>
              <a:ext uri="{FF2B5EF4-FFF2-40B4-BE49-F238E27FC236}">
                <a16:creationId xmlns:a16="http://schemas.microsoft.com/office/drawing/2014/main" id="{455777B3-D75F-4951-3552-FA6A1553AC7D}"/>
              </a:ext>
            </a:extLst>
          </p:cNvPr>
          <p:cNvGrpSpPr/>
          <p:nvPr/>
        </p:nvGrpSpPr>
        <p:grpSpPr>
          <a:xfrm>
            <a:off x="5832000" y="1209600"/>
            <a:ext cx="827397" cy="288576"/>
            <a:chOff x="1688761" y="4025159"/>
            <a:chExt cx="1086480" cy="1136360"/>
          </a:xfrm>
        </p:grpSpPr>
        <p:pic>
          <p:nvPicPr>
            <p:cNvPr id="24" name="Picture 3">
              <a:extLst>
                <a:ext uri="{FF2B5EF4-FFF2-40B4-BE49-F238E27FC236}">
                  <a16:creationId xmlns:a16="http://schemas.microsoft.com/office/drawing/2014/main" id="{862F3912-8BB1-0F6F-C808-DE25DC2DAA67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27427"/>
              <a:ext cx="1036272" cy="113409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" name="TextBox 3">
              <a:extLst>
                <a:ext uri="{FF2B5EF4-FFF2-40B4-BE49-F238E27FC236}">
                  <a16:creationId xmlns:a16="http://schemas.microsoft.com/office/drawing/2014/main" id="{D9CF4456-A8D7-E255-665A-C456109A6569}"/>
                </a:ext>
              </a:extLst>
            </p:cNvPr>
            <p:cNvSpPr/>
            <p:nvPr/>
          </p:nvSpPr>
          <p:spPr>
            <a:xfrm>
              <a:off x="1794241" y="4025159"/>
              <a:ext cx="981000" cy="90324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"Fear"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fear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400" b="0" u="none" strike="noStrike" dirty="0">
                <a:solidFill>
                  <a:schemeClr val="bg1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623D520B-9688-4CB7-E09A-8BF6FDB68F51}"/>
              </a:ext>
            </a:extLst>
          </p:cNvPr>
          <p:cNvGrpSpPr/>
          <p:nvPr/>
        </p:nvGrpSpPr>
        <p:grpSpPr>
          <a:xfrm>
            <a:off x="4860000" y="1209599"/>
            <a:ext cx="828000" cy="286929"/>
            <a:chOff x="1688761" y="3984718"/>
            <a:chExt cx="1036272" cy="731538"/>
          </a:xfrm>
        </p:grpSpPr>
        <p:pic>
          <p:nvPicPr>
            <p:cNvPr id="27" name="Picture 3">
              <a:extLst>
                <a:ext uri="{FF2B5EF4-FFF2-40B4-BE49-F238E27FC236}">
                  <a16:creationId xmlns:a16="http://schemas.microsoft.com/office/drawing/2014/main" id="{F5F08D54-17D0-5F69-7B52-1910150F9574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23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C97927E9-4EBC-9DD8-2578-CBB96E25EAD7}"/>
                </a:ext>
              </a:extLst>
            </p:cNvPr>
            <p:cNvSpPr/>
            <p:nvPr/>
          </p:nvSpPr>
          <p:spPr>
            <a:xfrm>
              <a:off x="1735205" y="3984718"/>
              <a:ext cx="981000" cy="58480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Sad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sad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D9AB1E55-5EA9-C5B3-7152-DAA9319635DE}"/>
              </a:ext>
            </a:extLst>
          </p:cNvPr>
          <p:cNvGrpSpPr/>
          <p:nvPr/>
        </p:nvGrpSpPr>
        <p:grpSpPr>
          <a:xfrm>
            <a:off x="3888000" y="1211189"/>
            <a:ext cx="827397" cy="286927"/>
            <a:chOff x="1688761" y="3984718"/>
            <a:chExt cx="1086480" cy="731533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EE5CDF50-0B64-2DD1-82FC-9842A3874423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8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" name="TextBox 3">
              <a:extLst>
                <a:ext uri="{FF2B5EF4-FFF2-40B4-BE49-F238E27FC236}">
                  <a16:creationId xmlns:a16="http://schemas.microsoft.com/office/drawing/2014/main" id="{793EE390-7788-4E3E-4D5D-1C18CB13CF8C}"/>
                </a:ext>
              </a:extLst>
            </p:cNvPr>
            <p:cNvSpPr/>
            <p:nvPr/>
          </p:nvSpPr>
          <p:spPr>
            <a:xfrm>
              <a:off x="1794241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"Neutral"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"neutral"))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5" name="Group 2">
            <a:extLst>
              <a:ext uri="{FF2B5EF4-FFF2-40B4-BE49-F238E27FC236}">
                <a16:creationId xmlns:a16="http://schemas.microsoft.com/office/drawing/2014/main" id="{CDE06477-76C1-D171-26BC-72824DD21022}"/>
              </a:ext>
            </a:extLst>
          </p:cNvPr>
          <p:cNvGrpSpPr/>
          <p:nvPr/>
        </p:nvGrpSpPr>
        <p:grpSpPr>
          <a:xfrm>
            <a:off x="1944000" y="1209977"/>
            <a:ext cx="827397" cy="286927"/>
            <a:chOff x="1688761" y="3984713"/>
            <a:chExt cx="1086480" cy="731532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A2EDA76B-1D1C-2D6B-8155-93E94939EEFA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3"/>
              <a:ext cx="1036272" cy="73153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3" name="TextBox 3">
              <a:extLst>
                <a:ext uri="{FF2B5EF4-FFF2-40B4-BE49-F238E27FC236}">
                  <a16:creationId xmlns:a16="http://schemas.microsoft.com/office/drawing/2014/main" id="{A30BFA46-5EE3-4A61-296D-D2C3A97FABF8}"/>
                </a:ext>
              </a:extLst>
            </p:cNvPr>
            <p:cNvSpPr/>
            <p:nvPr/>
          </p:nvSpPr>
          <p:spPr>
            <a:xfrm>
              <a:off x="1794241" y="3984718"/>
              <a:ext cx="981000" cy="58480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"Joy"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joy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4" name="Group 2">
            <a:extLst>
              <a:ext uri="{FF2B5EF4-FFF2-40B4-BE49-F238E27FC236}">
                <a16:creationId xmlns:a16="http://schemas.microsoft.com/office/drawing/2014/main" id="{9ADEEAC8-CD49-0AA7-8100-E7CD968430F1}"/>
              </a:ext>
            </a:extLst>
          </p:cNvPr>
          <p:cNvGrpSpPr/>
          <p:nvPr/>
        </p:nvGrpSpPr>
        <p:grpSpPr>
          <a:xfrm>
            <a:off x="2916000" y="1209600"/>
            <a:ext cx="828000" cy="286927"/>
            <a:chOff x="1688761" y="3984718"/>
            <a:chExt cx="1129251" cy="731533"/>
          </a:xfrm>
        </p:grpSpPr>
        <p:pic>
          <p:nvPicPr>
            <p:cNvPr id="35" name="Picture 3">
              <a:extLst>
                <a:ext uri="{FF2B5EF4-FFF2-40B4-BE49-F238E27FC236}">
                  <a16:creationId xmlns:a16="http://schemas.microsoft.com/office/drawing/2014/main" id="{FDDA6079-CB82-11F0-063F-CB621D82E00B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8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6" name="TextBox 3">
              <a:extLst>
                <a:ext uri="{FF2B5EF4-FFF2-40B4-BE49-F238E27FC236}">
                  <a16:creationId xmlns:a16="http://schemas.microsoft.com/office/drawing/2014/main" id="{4BF0DCBD-D607-540E-69AA-B22C7B32B92C}"/>
                </a:ext>
              </a:extLst>
            </p:cNvPr>
            <p:cNvSpPr/>
            <p:nvPr/>
          </p:nvSpPr>
          <p:spPr>
            <a:xfrm>
              <a:off x="1837012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"Surprise"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"surprise"))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7" name="Group 2">
            <a:extLst>
              <a:ext uri="{FF2B5EF4-FFF2-40B4-BE49-F238E27FC236}">
                <a16:creationId xmlns:a16="http://schemas.microsoft.com/office/drawing/2014/main" id="{2FF5B92A-AEC1-FFF7-27A5-C1D0CBE0516A}"/>
              </a:ext>
            </a:extLst>
          </p:cNvPr>
          <p:cNvGrpSpPr/>
          <p:nvPr/>
        </p:nvGrpSpPr>
        <p:grpSpPr>
          <a:xfrm>
            <a:off x="7776000" y="1209600"/>
            <a:ext cx="827397" cy="288576"/>
            <a:chOff x="1688761" y="4025159"/>
            <a:chExt cx="1086480" cy="1136360"/>
          </a:xfrm>
        </p:grpSpPr>
        <p:pic>
          <p:nvPicPr>
            <p:cNvPr id="38" name="Picture 3">
              <a:extLst>
                <a:ext uri="{FF2B5EF4-FFF2-40B4-BE49-F238E27FC236}">
                  <a16:creationId xmlns:a16="http://schemas.microsoft.com/office/drawing/2014/main" id="{68E68D76-E499-2E93-77AB-AB3FCDD78549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27427"/>
              <a:ext cx="1036272" cy="113409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9" name="TextBox 3">
              <a:extLst>
                <a:ext uri="{FF2B5EF4-FFF2-40B4-BE49-F238E27FC236}">
                  <a16:creationId xmlns:a16="http://schemas.microsoft.com/office/drawing/2014/main" id="{F0A1A1DF-8F2B-C620-8EC8-0FBF050F2C2B}"/>
                </a:ext>
              </a:extLst>
            </p:cNvPr>
            <p:cNvSpPr/>
            <p:nvPr/>
          </p:nvSpPr>
          <p:spPr>
            <a:xfrm>
              <a:off x="1794241" y="4025159"/>
              <a:ext cx="981000" cy="108504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Disgust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disgust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400" b="0" u="none" strike="noStrike" dirty="0">
                <a:solidFill>
                  <a:schemeClr val="bg1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" name="Group 2">
            <a:extLst>
              <a:ext uri="{FF2B5EF4-FFF2-40B4-BE49-F238E27FC236}">
                <a16:creationId xmlns:a16="http://schemas.microsoft.com/office/drawing/2014/main" id="{C31D91AA-9839-C82A-40EC-B36C1D9D8FB1}"/>
              </a:ext>
            </a:extLst>
          </p:cNvPr>
          <p:cNvGrpSpPr/>
          <p:nvPr/>
        </p:nvGrpSpPr>
        <p:grpSpPr>
          <a:xfrm>
            <a:off x="6804000" y="1198770"/>
            <a:ext cx="827397" cy="288000"/>
            <a:chOff x="1688761" y="3984718"/>
            <a:chExt cx="1086480" cy="759147"/>
          </a:xfrm>
        </p:grpSpPr>
        <p:pic>
          <p:nvPicPr>
            <p:cNvPr id="42" name="Picture 3">
              <a:extLst>
                <a:ext uri="{FF2B5EF4-FFF2-40B4-BE49-F238E27FC236}">
                  <a16:creationId xmlns:a16="http://schemas.microsoft.com/office/drawing/2014/main" id="{94DBE2DA-2137-02F6-05BC-B234E0EB47BE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12332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3" name="TextBox 3">
              <a:extLst>
                <a:ext uri="{FF2B5EF4-FFF2-40B4-BE49-F238E27FC236}">
                  <a16:creationId xmlns:a16="http://schemas.microsoft.com/office/drawing/2014/main" id="{F2D95139-14FB-D667-4A8B-3E5D53957CD2}"/>
                </a:ext>
              </a:extLst>
            </p:cNvPr>
            <p:cNvSpPr/>
            <p:nvPr/>
          </p:nvSpPr>
          <p:spPr>
            <a:xfrm>
              <a:off x="1794241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Angry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angry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EE6A3B-34BC-6B58-4AAA-4AC5D2C6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Leadership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"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}}. {{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6361987-FB9D-39BF-76D0-283C4CD8D01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0837BC17-B89A-685A-3B36-6EF0D47529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639307"/>
              </p:ext>
            </p:extLst>
          </p:nvPr>
        </p:nvGraphicFramePr>
        <p:xfrm>
          <a:off x="640080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5" name="Group 2">
            <a:extLst>
              <a:ext uri="{FF2B5EF4-FFF2-40B4-BE49-F238E27FC236}">
                <a16:creationId xmlns:a16="http://schemas.microsoft.com/office/drawing/2014/main" id="{C8DD4BCE-5886-8D9B-3445-FE1389447FB1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7628FC01-FDA8-D520-049A-DB7A75C79559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" name="TextBox 3">
              <a:extLst>
                <a:ext uri="{FF2B5EF4-FFF2-40B4-BE49-F238E27FC236}">
                  <a16:creationId xmlns:a16="http://schemas.microsoft.com/office/drawing/2014/main" id="{626178D5-AD52-6E89-D587-7BEE57C0539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B8A4B531-6F63-4FE3-37E3-9AD90DBB5FAC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117EFCE6-B650-66FC-29C8-438AB6ABEA2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233A1765-B0F8-AE15-96D2-AC5BF361846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3BDB67AD-E898-8989-C78D-E6B7250F9F4A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3D74C704-2492-F329-A943-EBBD1177971E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" name="TextBox 3">
              <a:extLst>
                <a:ext uri="{FF2B5EF4-FFF2-40B4-BE49-F238E27FC236}">
                  <a16:creationId xmlns:a16="http://schemas.microsoft.com/office/drawing/2014/main" id="{3A49674D-8747-DD51-0C3B-C188D40B81B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9" name="Group 2">
            <a:extLst>
              <a:ext uri="{FF2B5EF4-FFF2-40B4-BE49-F238E27FC236}">
                <a16:creationId xmlns:a16="http://schemas.microsoft.com/office/drawing/2014/main" id="{DB2A0D94-EBC3-A6AF-827A-714D3DB270E5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0" name="Picture 3">
              <a:extLst>
                <a:ext uri="{FF2B5EF4-FFF2-40B4-BE49-F238E27FC236}">
                  <a16:creationId xmlns:a16="http://schemas.microsoft.com/office/drawing/2014/main" id="{996C372F-F97F-2ACE-00BF-7EA5CFB9E64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55C21860-206D-9720-847E-FE7B3D61737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0" name="Group 2">
            <a:extLst>
              <a:ext uri="{FF2B5EF4-FFF2-40B4-BE49-F238E27FC236}">
                <a16:creationId xmlns:a16="http://schemas.microsoft.com/office/drawing/2014/main" id="{5C1A0210-EFF6-F6BE-C5FD-3D69A4B7317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1" name="Picture 3">
              <a:extLst>
                <a:ext uri="{FF2B5EF4-FFF2-40B4-BE49-F238E27FC236}">
                  <a16:creationId xmlns:a16="http://schemas.microsoft.com/office/drawing/2014/main" id="{58E0C849-C8CF-C6C1-0A03-2DFEB5635A5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" name="TextBox 3">
              <a:extLst>
                <a:ext uri="{FF2B5EF4-FFF2-40B4-BE49-F238E27FC236}">
                  <a16:creationId xmlns:a16="http://schemas.microsoft.com/office/drawing/2014/main" id="{B17845F2-9163-BCCC-AD22-BB0400E21CA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47FD4-E30F-8729-18F0-C092ADFD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443AD4-E6FD-4C3B-47FB-4420F1656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FAC40A6-0D9B-3AAF-9369-C73E41A0E937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2C8BE40-F260-8C98-9FC4-7759AFFB52F7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A22E59D4-563F-C739-7BE6-62F3CE17620C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7C81795B-8729-2EAE-D371-25AA700FF4F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0AE39CEC-81B4-008F-113F-D66C7DBCB32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C57B36D0-3716-00DD-B724-BA2EA922AB1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17C1D3FE-178C-474C-6BC4-2EDF8592DC62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DF5D0D2D-AB61-0A6D-76D2-BEA83D192A5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04936A40-6020-D29E-9813-E76C22CA2AB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1F47A7BE-E2B7-7F34-30F2-F0D87ED9FD15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9379A2AE-B21F-738F-0FEB-D01FC1A64168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" name="TextBox 3">
              <a:extLst>
                <a:ext uri="{FF2B5EF4-FFF2-40B4-BE49-F238E27FC236}">
                  <a16:creationId xmlns:a16="http://schemas.microsoft.com/office/drawing/2014/main" id="{536CEE7E-11B8-EEE7-BC03-E885A9BFFC1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8CCA9EC1-6BF5-840B-B74A-DED5CA69BCB7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8" name="Picture 3">
              <a:extLst>
                <a:ext uri="{FF2B5EF4-FFF2-40B4-BE49-F238E27FC236}">
                  <a16:creationId xmlns:a16="http://schemas.microsoft.com/office/drawing/2014/main" id="{17B9805E-AE3E-4D83-6DCF-426D0C8CC984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Box 3">
              <a:extLst>
                <a:ext uri="{FF2B5EF4-FFF2-40B4-BE49-F238E27FC236}">
                  <a16:creationId xmlns:a16="http://schemas.microsoft.com/office/drawing/2014/main" id="{06355BDA-F674-E200-3C94-98A65EF6AFE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9F63ED59-7D7E-2843-2F12-4DD42318556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D6210888-A2AC-AE5E-77F0-91F5ACB2587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FE992B30-EC5F-A24E-0273-8BE30404127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3" name="Text 12">
            <a:extLst>
              <a:ext uri="{FF2B5EF4-FFF2-40B4-BE49-F238E27FC236}">
                <a16:creationId xmlns:a16="http://schemas.microsoft.com/office/drawing/2014/main" id="{4993BBF7-A376-7763-1118-4F2FCB1B756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D02EA96-5ED4-8728-B8CF-4CFE31442037}"/>
              </a:ext>
            </a:extLst>
          </p:cNvPr>
          <p:cNvGrpSpPr/>
          <p:nvPr/>
        </p:nvGrpSpPr>
        <p:grpSpPr>
          <a:xfrm>
            <a:off x="1514900" y="1215725"/>
            <a:ext cx="5889010" cy="3833946"/>
            <a:chOff x="1688760" y="3975120"/>
            <a:chExt cx="1111320" cy="9046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F1B3196-63B0-521B-B6E9-6464BC0B36A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2C600797-CCF2-E487-B30A-491E830584DF}"/>
                </a:ext>
              </a:extLst>
            </p:cNvPr>
            <p:cNvSpPr/>
            <p:nvPr/>
          </p:nvSpPr>
          <p:spPr>
            <a:xfrm>
              <a:off x="1688760" y="4025160"/>
              <a:ext cx="1086480" cy="26493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leadership.radar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}}</a:t>
              </a:r>
            </a:p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 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radarImageUrl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leadership.radar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</a:t>
              </a:r>
            </a:p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{{/if}}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0675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D35AB6E-205C-A699-7811-5DF4B431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15631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.[0].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.[1].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.[2].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.[3].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.[4].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2" name="Text 15">
            <a:extLst>
              <a:ext uri="{FF2B5EF4-FFF2-40B4-BE49-F238E27FC236}">
                <a16:creationId xmlns:a16="http://schemas.microsoft.com/office/drawing/2014/main" id="{F98F8978-CE90-59E2-34F8-979CC105BAC1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ACC35004-C0C2-39F0-541C-BB0F5D715DFC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A11BA8D9-4E12-CD91-FE0C-27B62C40DDC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6EED615-21C9-05C5-2778-86C33E690F4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5D9FDFEC-E335-C744-3469-83B856482BD4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C73095BD-1750-DC3C-FF81-03157144726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0607FAFA-05DF-EAF7-5918-141E5FBF8C3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94A298E0-D27E-9D8F-2FB3-FBFB306BAA8F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E845B97B-C943-192D-F8B3-FEDED4CD0C0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43343146-5B26-EBAA-1E24-869A9809D4F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50501817-6AAD-75DD-ACAC-3F0F2E636E90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7" name="Picture 3">
              <a:extLst>
                <a:ext uri="{FF2B5EF4-FFF2-40B4-BE49-F238E27FC236}">
                  <a16:creationId xmlns:a16="http://schemas.microsoft.com/office/drawing/2014/main" id="{358840D3-DDF9-5743-6AE0-CFFC8A8F60A4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" name="TextBox 3">
              <a:extLst>
                <a:ext uri="{FF2B5EF4-FFF2-40B4-BE49-F238E27FC236}">
                  <a16:creationId xmlns:a16="http://schemas.microsoft.com/office/drawing/2014/main" id="{BB5B9B41-0458-5E69-7754-0FCD2D66720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3B42A4C2-330A-D6DA-221D-24ABA29D2B4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E17A4FDC-AD0A-F508-0BD4-D3AE8658A5A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1AC3507A-1806-F6E5-7B0B-E1330DEB696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1" name="Text 12">
            <a:extLst>
              <a:ext uri="{FF2B5EF4-FFF2-40B4-BE49-F238E27FC236}">
                <a16:creationId xmlns:a16="http://schemas.microsoft.com/office/drawing/2014/main" id="{C90BBBE1-3647-F7D2-A2CD-35940A646E1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AC3E78-1B0A-FD94-1E89-3E9DA677C7B1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C5005-C7C0-6FB0-A605-5B2F18327AE7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A61A6A-6AB9-8544-DCE5-3A57108670FF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3706FC-BC3B-F1F6-BA02-55A6129D99A9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EFEDAB-973F-DCE1-4F87-87D5DF06146D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C12C2-F449-0DE8-A249-7F5C011EB1E9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9CC273-2A1B-A0B5-0ECD-F5E474A42A6A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148726-90D3-CBC7-2742-C4D144335ED6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8CFF57-8E7F-7405-4F37-F48C8824E797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2FB4D0-CE9C-598C-2EB2-6FCFDA17B79B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FC843B-F192-D8DE-C0D2-31DD87B28174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BF2782-0D54-9738-4A98-A394115A01D9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0878A1-3CF1-62F0-1399-A07D696AB5C4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EFC033-6F7C-547A-4127-21EDE6E170CF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3EDCAD-3EC6-7E26-CB26-79F9363313B1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B5C733-2096-270B-899A-3C9FB7DAF4D5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52E463-E155-233E-BCA3-3AC9BF79386D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D285C00-B593-2506-0942-7DCFFCD0D840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6E4288-7FB5-D800-139A-B5F1CC455401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ABCAA9-82E6-2B3F-D110-0EE7DC9AF457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A19780-B133-AEB6-6324-56EDB6F6F115}"/>
              </a:ext>
            </a:extLst>
          </p:cNvPr>
          <p:cNvSpPr txBox="1"/>
          <p:nvPr/>
        </p:nvSpPr>
        <p:spPr>
          <a:xfrm>
            <a:off x="1882137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23025B-6173-9CAF-D0AC-43D5A68F183E}"/>
              </a:ext>
            </a:extLst>
          </p:cNvPr>
          <p:cNvSpPr txBox="1"/>
          <p:nvPr/>
        </p:nvSpPr>
        <p:spPr>
          <a:xfrm>
            <a:off x="3235554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7D74AC6-F24D-365B-9FD1-ED77FA3FFD13}"/>
              </a:ext>
            </a:extLst>
          </p:cNvPr>
          <p:cNvSpPr txBox="1"/>
          <p:nvPr/>
        </p:nvSpPr>
        <p:spPr>
          <a:xfrm>
            <a:off x="5945421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F3CB87-5388-B50E-F856-03843EB07D71}"/>
              </a:ext>
            </a:extLst>
          </p:cNvPr>
          <p:cNvSpPr txBox="1"/>
          <p:nvPr/>
        </p:nvSpPr>
        <p:spPr>
          <a:xfrm>
            <a:off x="4591460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6C626F-2B69-8E27-EAEB-FCDAB89C917E}"/>
              </a:ext>
            </a:extLst>
          </p:cNvPr>
          <p:cNvSpPr txBox="1"/>
          <p:nvPr/>
        </p:nvSpPr>
        <p:spPr>
          <a:xfrm>
            <a:off x="7302422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0F0297-9E2F-8810-9D60-9DC6ED2E4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Technical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7919C8F-EB0D-451C-AFE6-FD1ADDCEF97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C120877-3DD7-55DF-B4AD-DEF922BE63C2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568619A2-F2AA-684A-46C7-AA450898765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63B9559-7EBA-4AD1-4D73-B52F47698D1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31F23066-089D-926E-E835-242A86AC9424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E4D89E9C-A186-A077-2AAF-2131704D060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9058225-66BD-58F0-EFF1-37AD2C0A644B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8462356-4135-ABAA-098B-82E919E02808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C85D0A22-2841-6CC7-E253-2633A34F75A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DBC9BB9E-D1D5-BFEB-C3A9-0755AC8B876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7" name="Group 2">
            <a:extLst>
              <a:ext uri="{FF2B5EF4-FFF2-40B4-BE49-F238E27FC236}">
                <a16:creationId xmlns:a16="http://schemas.microsoft.com/office/drawing/2014/main" id="{50B5AC2A-E10D-055F-CFBE-290F2EEBA49D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9" name="Picture 3">
              <a:extLst>
                <a:ext uri="{FF2B5EF4-FFF2-40B4-BE49-F238E27FC236}">
                  <a16:creationId xmlns:a16="http://schemas.microsoft.com/office/drawing/2014/main" id="{6BFAFDED-E8AF-CA28-D931-9C9690806CD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0FC7500F-01C4-4CB7-F16F-2D8AFC06E7D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8C6A6950-749E-E571-6265-F372D986401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19352512-4C1B-7E90-178F-BEB55B8D51E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4F1CB126-D136-97AC-EC57-984404ABE1F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0FDEA7CA-C086-60F0-38BA-69966D74B3B2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54FDE8D9-FB7B-2AE0-7856-B7D60CD125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9445571"/>
              </p:ext>
            </p:extLst>
          </p:nvPr>
        </p:nvGraphicFramePr>
        <p:xfrm>
          <a:off x="651273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D96D6-98D5-22DE-35A0-E9491405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A3E995-E0EB-F145-40B4-EEF93CFB0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E4FCBEF-607F-8628-9D15-79BD4E5F94B0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AFFF5E8-BDF8-2323-FFAB-45FB180DE2F2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17B56F2-D3CD-6359-2331-DE24B7CDA16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80C3420-8A79-A666-256D-F97C020F7F5F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A742F67D-094F-7241-656C-123D8073AA0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2E21D211-182B-EA3F-ED67-AA5F1C5C681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" name="Group 2">
            <a:extLst>
              <a:ext uri="{FF2B5EF4-FFF2-40B4-BE49-F238E27FC236}">
                <a16:creationId xmlns:a16="http://schemas.microsoft.com/office/drawing/2014/main" id="{98643A70-0327-74D7-E4DC-ECB18CBFC577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8" name="Picture 3">
              <a:extLst>
                <a:ext uri="{FF2B5EF4-FFF2-40B4-BE49-F238E27FC236}">
                  <a16:creationId xmlns:a16="http://schemas.microsoft.com/office/drawing/2014/main" id="{5EE0A6AC-6AF2-C2E0-FEC9-6FE6DC5252B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1CC2889A-1C5A-CF82-B4FB-0DACD65D70F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0" name="Group 2">
            <a:extLst>
              <a:ext uri="{FF2B5EF4-FFF2-40B4-BE49-F238E27FC236}">
                <a16:creationId xmlns:a16="http://schemas.microsoft.com/office/drawing/2014/main" id="{012F3A1F-CAD1-3C1D-3A8E-5C76C3C9C910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1" name="Picture 3">
              <a:extLst>
                <a:ext uri="{FF2B5EF4-FFF2-40B4-BE49-F238E27FC236}">
                  <a16:creationId xmlns:a16="http://schemas.microsoft.com/office/drawing/2014/main" id="{52B357F4-A7A9-46C9-7FEE-726ADFE4167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3">
              <a:extLst>
                <a:ext uri="{FF2B5EF4-FFF2-40B4-BE49-F238E27FC236}">
                  <a16:creationId xmlns:a16="http://schemas.microsoft.com/office/drawing/2014/main" id="{9AA2C427-5ACF-985F-F6A9-DBEC28AEA6C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2">
            <a:extLst>
              <a:ext uri="{FF2B5EF4-FFF2-40B4-BE49-F238E27FC236}">
                <a16:creationId xmlns:a16="http://schemas.microsoft.com/office/drawing/2014/main" id="{6B047131-F73C-4A93-54A1-BEA1E3A77348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0C11FCE4-7845-9C9C-0FAC-65E262CCA0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" name="TextBox 3">
              <a:extLst>
                <a:ext uri="{FF2B5EF4-FFF2-40B4-BE49-F238E27FC236}">
                  <a16:creationId xmlns:a16="http://schemas.microsoft.com/office/drawing/2014/main" id="{E5C69DA8-078E-7965-A79F-D64D9200A22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8" name="Group 2">
            <a:extLst>
              <a:ext uri="{FF2B5EF4-FFF2-40B4-BE49-F238E27FC236}">
                <a16:creationId xmlns:a16="http://schemas.microsoft.com/office/drawing/2014/main" id="{0F5707D0-5556-425E-9ABA-C00AD0821F1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19" name="Picture 3">
              <a:extLst>
                <a:ext uri="{FF2B5EF4-FFF2-40B4-BE49-F238E27FC236}">
                  <a16:creationId xmlns:a16="http://schemas.microsoft.com/office/drawing/2014/main" id="{17EA8C6C-6317-BDF5-A8C6-43DF9CCB8DCE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8333B6D0-DB87-382A-4B66-4FC75323AFA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21" name="Text 12">
            <a:extLst>
              <a:ext uri="{FF2B5EF4-FFF2-40B4-BE49-F238E27FC236}">
                <a16:creationId xmlns:a16="http://schemas.microsoft.com/office/drawing/2014/main" id="{62FE9209-B919-81EA-C242-0635ED1D1EAB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0AAE3F6-EB09-0FBB-2827-E36A8715F15C}"/>
              </a:ext>
            </a:extLst>
          </p:cNvPr>
          <p:cNvGrpSpPr/>
          <p:nvPr/>
        </p:nvGrpSpPr>
        <p:grpSpPr>
          <a:xfrm>
            <a:off x="716507" y="1215725"/>
            <a:ext cx="7424383" cy="3833946"/>
            <a:chOff x="1688760" y="3975120"/>
            <a:chExt cx="1111320" cy="90468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AF754D2-51AD-55C6-AC87-C062A8EDFCB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7CDBCD23-33A9-2B21-D86A-058A2AA79512}"/>
                </a:ext>
              </a:extLst>
            </p:cNvPr>
            <p:cNvSpPr/>
            <p:nvPr/>
          </p:nvSpPr>
          <p:spPr>
            <a:xfrm>
              <a:off x="1688760" y="4025160"/>
              <a:ext cx="1086480" cy="4323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technical.competencies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}} 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dataRadarImageUrl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technical.competencies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 {{/if}}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6045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BCAD44-0B85-6D23-8D59-48502CAA6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5CB4331-3637-3FF1-06B3-E1DF369929D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6971B14A-7E68-FB30-6D1A-9FF24B36D6E8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D91D59BD-D66B-FFFA-1CB0-51D5D7F608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3947ECD-F07C-C1A7-655C-903A7ACA584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A4E84A05-1361-7894-5D11-CA56D0C782C6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F6FFC2AF-0E37-EE6F-F4D8-E7B74A0F050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D4ECAC5-4CCC-6425-1107-50BC9193821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7B7A06AD-C62A-81D8-B217-9F361FF4B7CB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3A055E78-79C0-6B87-339E-E421624597A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259303E7-3EED-F093-6153-68D2D312450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53D46423-0503-B8E6-0F70-2F4144FF9415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622FD468-1341-3AA3-FC4C-E977F81454D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C47D1E7F-B277-E330-FC64-6C17800A5517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BEFC55E6-126F-CDFB-148C-B4155561A29C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8331B9E3-1DD0-CBF5-35EE-9552380FBC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8C3F5F1B-D7B5-17AD-95FC-0FEA1D042E8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F055DA0D-E922-20B3-F306-A1E56BDCCC35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059DFA7-1B53-D06C-48E8-94B4D19B3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923522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.[0].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.[1].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.[2].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.[3].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.[4].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999E76E-A432-40C9-1C2F-D0B66B52325C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5FF3DD-3692-CE72-0BE3-7AD0FD550D84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CB486C-3683-7657-6DAB-E809B46426D5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57CA9D-57C7-8557-47EB-68A112AE762D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06C52-BDB6-6412-447B-CA62D6E29FC3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77C446-E09C-C5CA-A4D8-77DD40278751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359D15-2CD4-3A0F-4D26-D3BC29D93FF9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1FC7DB-F522-B254-12B2-00E403ED6305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E2331B-0C5E-7992-9439-25DCF561ECA3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E5EB5A-C8B9-36E1-A775-C35A318BDEB4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BACD1C-4D72-0E45-FC4C-F9781A0F717C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A934F3-F48E-5B1D-885D-AF776740ADEF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AA555-FA5B-C04D-F331-4DA7F9E8D999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484971-26C6-587E-D929-328AE2342CA1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79C062-80AA-6560-4136-DEE92D0CEFF1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D1ACF2-0F83-B9ED-1D64-A9D4CD3BB120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4450E1-2222-CB89-BD0D-327EA7A37FDC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F2FA02-EE1F-5442-AF13-E66EAE8E81F6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13E785-A673-2931-A70C-CAEDB668E624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D1872C-C83C-222C-0790-EDC7794D2F69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B31964-235D-3FA1-CC02-F4370EA455B1}"/>
              </a:ext>
            </a:extLst>
          </p:cNvPr>
          <p:cNvSpPr txBox="1"/>
          <p:nvPr/>
        </p:nvSpPr>
        <p:spPr>
          <a:xfrm>
            <a:off x="1882137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1435A5-4E52-4CBE-15BD-074C0F2E75C1}"/>
              </a:ext>
            </a:extLst>
          </p:cNvPr>
          <p:cNvSpPr txBox="1"/>
          <p:nvPr/>
        </p:nvSpPr>
        <p:spPr>
          <a:xfrm>
            <a:off x="3235554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AD6AC5-C127-A48C-3278-368EB1DB5363}"/>
              </a:ext>
            </a:extLst>
          </p:cNvPr>
          <p:cNvSpPr txBox="1"/>
          <p:nvPr/>
        </p:nvSpPr>
        <p:spPr>
          <a:xfrm>
            <a:off x="5945421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075B405-91B6-F3FA-761E-ADADA9F52DBF}"/>
              </a:ext>
            </a:extLst>
          </p:cNvPr>
          <p:cNvSpPr txBox="1"/>
          <p:nvPr/>
        </p:nvSpPr>
        <p:spPr>
          <a:xfrm>
            <a:off x="4591460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4186A6-A036-E167-1B64-26882354D1A8}"/>
              </a:ext>
            </a:extLst>
          </p:cNvPr>
          <p:cNvSpPr txBox="1"/>
          <p:nvPr/>
        </p:nvSpPr>
        <p:spPr>
          <a:xfrm>
            <a:off x="7302422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AE2D-E340-E3DB-AEBF-81AA15C5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B411E51-4A9A-6A56-589B-40EB1C43B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C8497B1-CF24-9115-62C1-1610D76F0F69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C7A5879-5971-B844-1318-86D1EDD17FC9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D49391FA-2DDB-6CBA-792A-0C952A6E6BC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5669CB3-25A1-85AA-2678-41EF2DCEB2B5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84EFF111-58BC-A5B9-DA17-CCD003A9CF5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D91EA7CF-CA3A-61E9-766F-A0FA9307D15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B4A3C1DF-E07E-6093-E0B9-7CFB71AEDA8C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2C9C58CD-D488-A72E-C3C2-750D0408845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0A010457-2235-BB8D-3113-B51197B79B6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EFE92A93-1EFA-8B5E-021B-F89491068624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D84F3647-6FD1-3B7E-031B-FB7CB2C1FAF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1B96D8C0-790C-0194-D523-B7AB51BFC7A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839F8EC8-3392-3FA9-D3ED-3AC2525E213C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3B67693D-18B0-5ECE-FAA7-F55E6570412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EE07E101-D1D9-C968-9617-2E1CDBFC3F0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9B3126D2-A17B-2018-0521-492B0A17F713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1B1A0A9A-4EF8-24A3-6EA8-741DB8BAC55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DE3B9029-1E6C-CEB0-FD79-ED175B8FB30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E5CC885B-1CEC-16DF-961B-864BD9195245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B9534E70-457C-C886-100E-29BA3D937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062735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.[5].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.[6].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.[7].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.[8].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.[9].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6695FF2-DC3B-0C64-3A02-FB3B5A800DEC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0AA0F7-6C06-DC7E-EDC8-BDCAD0E32CF7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5DBA89-CF26-9DB8-7D0E-B0F06470F204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8B1254-C772-12C9-4675-44AB33AEDB8E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21D46B-0464-D491-F7EA-F8D3AD425EDE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88E824-113A-4F38-9A00-770A15797A27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966453-2CA9-C370-1557-0CD5A5D12FC4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5C39EC-CDA0-F285-1D83-9F984F1EF2D0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DD97EC-7722-8478-C26D-C59712888E3C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2760E9-072B-1F9A-8F6F-C49ADD3076DA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377D4A-7AE5-9E15-73C3-8D9FC34EC84C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1E3730-927D-95D7-2116-C066C719C676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3DE2F5-21DA-06DD-D983-5BA972328C80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A59959-4695-A2CD-E5D0-D2AC6B32CE52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90AB25-9B6C-91BA-AA42-BA5D59C92F36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1C38B9-D8B3-8FDB-F6F7-1BF76A4D2282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B2C630-91EA-25A5-5BC5-4F5E51D93CDB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8E3BE0-592E-5BD8-E672-6AB7C8E44FF1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0F0DB9-9FF0-0D6F-0BA6-AD0BC706BE72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F08C41-27E3-5D31-F838-70F84567B8EA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3FC628-E67F-6694-361F-14501D8CA208}"/>
              </a:ext>
            </a:extLst>
          </p:cNvPr>
          <p:cNvSpPr txBox="1"/>
          <p:nvPr/>
        </p:nvSpPr>
        <p:spPr>
          <a:xfrm>
            <a:off x="1882137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6E3AF8-1C74-4441-7964-F57B667A439E}"/>
              </a:ext>
            </a:extLst>
          </p:cNvPr>
          <p:cNvSpPr txBox="1"/>
          <p:nvPr/>
        </p:nvSpPr>
        <p:spPr>
          <a:xfrm>
            <a:off x="3235554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6ED79-1102-73CF-632B-6CD5F6BA9337}"/>
              </a:ext>
            </a:extLst>
          </p:cNvPr>
          <p:cNvSpPr txBox="1"/>
          <p:nvPr/>
        </p:nvSpPr>
        <p:spPr>
          <a:xfrm>
            <a:off x="5945421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E844D3-183A-ADE9-EE2D-4F29F44168F9}"/>
              </a:ext>
            </a:extLst>
          </p:cNvPr>
          <p:cNvSpPr txBox="1"/>
          <p:nvPr/>
        </p:nvSpPr>
        <p:spPr>
          <a:xfrm>
            <a:off x="4591460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BF18B7-1982-F9A6-24C1-1C83DA37AED5}"/>
              </a:ext>
            </a:extLst>
          </p:cNvPr>
          <p:cNvSpPr txBox="1"/>
          <p:nvPr/>
        </p:nvSpPr>
        <p:spPr>
          <a:xfrm>
            <a:off x="7302422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1229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CF5729-1B19-F43C-5AF1-53E760D4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Behavioral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17CFDBA-0023-5BE2-04FA-57BCBE3FA0F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1D1E4012-1A38-9B33-ABBF-F229BEA0B478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04EF9932-CB44-6CD5-D836-A8F5E212810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9BE46D2-9F4D-0322-F641-BF30DEFDF81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314875E4-6950-1364-7886-EAD851685387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B54ED4B0-E6AE-FCAF-4FF0-E1DFC9E2C9E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99001D6-E3D8-CABA-55E4-C69F43E7ADC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4BF86303-3440-178F-BB64-AA2D4E60611B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8C048CCE-88AB-3DF0-D0E4-D7AE635054F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B886D4FE-2533-3E8E-67C4-C1393029D28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6" name="Group 2">
            <a:extLst>
              <a:ext uri="{FF2B5EF4-FFF2-40B4-BE49-F238E27FC236}">
                <a16:creationId xmlns:a16="http://schemas.microsoft.com/office/drawing/2014/main" id="{B01F5737-D38C-B344-EEE3-CD65C82510A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7" name="Picture 3">
              <a:extLst>
                <a:ext uri="{FF2B5EF4-FFF2-40B4-BE49-F238E27FC236}">
                  <a16:creationId xmlns:a16="http://schemas.microsoft.com/office/drawing/2014/main" id="{59928D69-BE86-1AEA-C0B8-8507B2A9A21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BF001C78-FDF7-229E-25C8-B4ABE59E3DD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65D3CF60-29A3-5ECE-785E-1C219F88E908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BE9F8885-210B-7C43-3016-4CFC9C50E28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4C5B0F52-B398-C71D-F955-3E32D300D1C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396F39A6-3BB0-D928-E1F7-BA4F6FCCEA6A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17" name="Chart 0">
            <a:extLst>
              <a:ext uri="{FF2B5EF4-FFF2-40B4-BE49-F238E27FC236}">
                <a16:creationId xmlns:a16="http://schemas.microsoft.com/office/drawing/2014/main" id="{DC97432D-9303-686A-B2CE-BE51C3CB68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4513365"/>
              </p:ext>
            </p:extLst>
          </p:nvPr>
        </p:nvGraphicFramePr>
        <p:xfrm>
          <a:off x="651273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EAB7-657A-D74D-6E0F-6105B66BB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C9391A-4735-5C0F-31BF-D86451918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2CB5724-3465-60A3-3691-7589ABAE4322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CA59803-1AC8-5942-A328-8A0D361F7D94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50AFEC20-1FF1-66A6-1A56-5A87443E681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78D14A4F-EBB6-8126-2DB8-C71729D5165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291CE901-E297-8BCE-7E84-513FEC63D07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" name="TextBox 3">
              <a:extLst>
                <a:ext uri="{FF2B5EF4-FFF2-40B4-BE49-F238E27FC236}">
                  <a16:creationId xmlns:a16="http://schemas.microsoft.com/office/drawing/2014/main" id="{14CBF3F5-8959-A17A-6CDC-C37892D365F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5A5EA0FD-62E8-FFF1-52EA-312892860F4E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86BB0F10-50C4-BCAD-FD77-E052D234E2B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8C3F57D0-6AC6-4F1F-0EC6-C118FF40DCA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307046F6-4B63-3BBD-8579-C9B3BCE73840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517E8BB1-7C16-F260-1912-CE45715904B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" name="TextBox 3">
              <a:extLst>
                <a:ext uri="{FF2B5EF4-FFF2-40B4-BE49-F238E27FC236}">
                  <a16:creationId xmlns:a16="http://schemas.microsoft.com/office/drawing/2014/main" id="{9FA0A6E4-031F-A3DC-ACD0-C64AE1FE2F3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5" name="Group 2">
            <a:extLst>
              <a:ext uri="{FF2B5EF4-FFF2-40B4-BE49-F238E27FC236}">
                <a16:creationId xmlns:a16="http://schemas.microsoft.com/office/drawing/2014/main" id="{E42652DB-89D9-207B-8F22-67A0CE0C0DE4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6" name="Picture 3">
              <a:extLst>
                <a:ext uri="{FF2B5EF4-FFF2-40B4-BE49-F238E27FC236}">
                  <a16:creationId xmlns:a16="http://schemas.microsoft.com/office/drawing/2014/main" id="{FCFB7CFE-4A05-EF59-CD91-F9056E6E1A4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" name="TextBox 3">
              <a:extLst>
                <a:ext uri="{FF2B5EF4-FFF2-40B4-BE49-F238E27FC236}">
                  <a16:creationId xmlns:a16="http://schemas.microsoft.com/office/drawing/2014/main" id="{555A58E9-C238-FBA1-6DD2-CFA6CE9440F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8D6B8486-2002-148C-8368-18203B9BED1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ED2ADF65-98B5-ECA4-6949-DBB61A83852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927028C4-BA5F-AB51-590C-16F28DDEA9D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1" name="Text 12">
            <a:extLst>
              <a:ext uri="{FF2B5EF4-FFF2-40B4-BE49-F238E27FC236}">
                <a16:creationId xmlns:a16="http://schemas.microsoft.com/office/drawing/2014/main" id="{A273EA7D-1F56-88BE-3CA2-3B93B5E9AF1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C78A46E-1739-F008-9497-A9F0062E7FCE}"/>
              </a:ext>
            </a:extLst>
          </p:cNvPr>
          <p:cNvGrpSpPr/>
          <p:nvPr/>
        </p:nvGrpSpPr>
        <p:grpSpPr>
          <a:xfrm>
            <a:off x="716507" y="1215725"/>
            <a:ext cx="7424383" cy="3833946"/>
            <a:chOff x="1688760" y="3975120"/>
            <a:chExt cx="1111320" cy="90468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2AAC56C-22FD-BD96-3D24-AAA6F8AA83C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" name="TextBox 3">
              <a:extLst>
                <a:ext uri="{FF2B5EF4-FFF2-40B4-BE49-F238E27FC236}">
                  <a16:creationId xmlns:a16="http://schemas.microsoft.com/office/drawing/2014/main" id="{0760C976-0812-9145-255E-C515DE7B441F}"/>
                </a:ext>
              </a:extLst>
            </p:cNvPr>
            <p:cNvSpPr/>
            <p:nvPr/>
          </p:nvSpPr>
          <p:spPr>
            <a:xfrm>
              <a:off x="1688760" y="4025160"/>
              <a:ext cx="1086480" cy="4323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</a:t>
              </a:r>
              <a:r>
                <a:rPr lang="fr-FR" sz="600" dirty="0" err="1"/>
                <a:t>behavioral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.competencies}} 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dataRadarImageUrl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fr-FR" sz="600" dirty="0" err="1"/>
                <a:t>behavioral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.competencies)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 {{/if}}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609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F00BD5-7F59-02A7-2146-680B0C84A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FE1443F-DB52-CE13-C350-A1A76C4DA1F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06D73569-08E9-38C2-204C-96F7ACB4FD9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73684418-069C-94F3-EA17-674319A10CE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FF5738FB-169E-7923-F3CF-A51EDAC1BFE7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410595AE-0567-78F0-4156-06B8782F8AF1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065FA7D1-86F9-2611-5AF0-BC06A41C9878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99B0B75-B24E-95AC-16D4-9DB2A9D7281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FA38F35B-3642-54AC-A87C-DF09D79C672A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5A367ACC-0C53-B1C2-4D3D-A5CA85BD9E3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21B3FD3A-D644-115D-5314-D9D1E568264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C71ED2DF-47E0-D2FE-C157-D525593493C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AD55635D-37BE-A854-6167-BB32FFA21D7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8B595644-C5D1-1838-416B-192EB12F3FB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A7FD5187-195F-8687-13DA-BC6C95A9B319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8" name="Picture 3">
              <a:extLst>
                <a:ext uri="{FF2B5EF4-FFF2-40B4-BE49-F238E27FC236}">
                  <a16:creationId xmlns:a16="http://schemas.microsoft.com/office/drawing/2014/main" id="{7FD648A2-7CD3-730A-EEF3-B028317BBF2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71EEEC25-6008-DCAA-6380-9F9524704E4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0" name="Text 12">
            <a:extLst>
              <a:ext uri="{FF2B5EF4-FFF2-40B4-BE49-F238E27FC236}">
                <a16:creationId xmlns:a16="http://schemas.microsoft.com/office/drawing/2014/main" id="{8047B62E-2C1C-6D85-BD32-64C9B5C25DA9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49" name="Table 0">
            <a:extLst>
              <a:ext uri="{FF2B5EF4-FFF2-40B4-BE49-F238E27FC236}">
                <a16:creationId xmlns:a16="http://schemas.microsoft.com/office/drawing/2014/main" id="{AFA6B07B-A149-A21C-CDAB-3BE9DC9BCD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87545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.[0].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.[1].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.[2].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.[3].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.[4].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13C902AF-1F6C-F650-BAEC-C866C072858B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326745B-2D34-46CB-D0DF-0A23B53CF3CC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084BE1-8702-D92B-46E6-2BF3E36E91C3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D1BAD8-88E3-976D-7729-AF3791FEDB70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922527-16AB-9B2F-A45F-953F93C5E65B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A6F4A0-86FF-81D8-9A84-2AF3E035AB7A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4B8ACC-7D22-DD11-BACE-4DC516565A61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810B6F-5F49-02BC-7DEA-589683EDC759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1812AE-D81C-AF80-6AA7-819D0C58C1DB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3D4A974-807E-FDE6-7F1E-10F4D94FB0E8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E2EFDE-58AD-05A7-EF28-4990C5852572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43C60B-5116-1EFF-25DC-6E527E18D008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5AD478-828D-D731-D22B-1BFE8A8DC702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CCB0BF-8772-21C1-2752-F10DB13CF3AD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D7D6890-A68E-7C6C-B36D-E436030F39C3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A73A92-96B7-6118-1610-24421D6DC2E5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CD1D73-20F6-3844-6B94-CE0D44C93714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0337FDB-1188-BF3E-897C-73602E1D39AA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41DFACF-020B-F536-F7C7-D5406480728E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18C8AD-0114-49B5-D5FA-58063F07B0F6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56F60B-D1E8-0A4B-B8CE-456709A46C80}"/>
              </a:ext>
            </a:extLst>
          </p:cNvPr>
          <p:cNvSpPr txBox="1"/>
          <p:nvPr/>
        </p:nvSpPr>
        <p:spPr>
          <a:xfrm>
            <a:off x="1882137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C14407-D565-6367-227A-D13743953FBC}"/>
              </a:ext>
            </a:extLst>
          </p:cNvPr>
          <p:cNvSpPr txBox="1"/>
          <p:nvPr/>
        </p:nvSpPr>
        <p:spPr>
          <a:xfrm>
            <a:off x="3235554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4C807AD-0B6A-D14E-5EA4-E9A2CC0A64A9}"/>
              </a:ext>
            </a:extLst>
          </p:cNvPr>
          <p:cNvSpPr txBox="1"/>
          <p:nvPr/>
        </p:nvSpPr>
        <p:spPr>
          <a:xfrm>
            <a:off x="5945421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28BB35F-66D4-CC6E-00B7-79B117841A15}"/>
              </a:ext>
            </a:extLst>
          </p:cNvPr>
          <p:cNvSpPr txBox="1"/>
          <p:nvPr/>
        </p:nvSpPr>
        <p:spPr>
          <a:xfrm>
            <a:off x="4591460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E0D68A5-3B93-18E0-CDF3-4B8AE8A51593}"/>
              </a:ext>
            </a:extLst>
          </p:cNvPr>
          <p:cNvSpPr txBox="1"/>
          <p:nvPr/>
        </p:nvSpPr>
        <p:spPr>
          <a:xfrm>
            <a:off x="7302422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FC3ADE-49CA-3485-CC01-08366B39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640080" y="137160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Personality Scale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0EE4AE3-FF24-B780-6217-A640BB9F3686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F1668F37-C1B3-52AA-CC13-181D58B74AAB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75B961DD-CCC6-0195-FF6C-0E17872B25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5967107"/>
              </p:ext>
            </p:extLst>
          </p:nvPr>
        </p:nvGraphicFramePr>
        <p:xfrm>
          <a:off x="640080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386814-C9AA-809D-5C42-131C3FDA1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9224" y="1737360"/>
            <a:ext cx="786384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Professional Scale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49224" y="2002536"/>
            <a:ext cx="7863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85C78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137441779"/>
              </p:ext>
            </p:extLst>
          </p:nvPr>
        </p:nvGraphicFramePr>
        <p:xfrm>
          <a:off x="1203139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1554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personality.professionalScale.managerialPotential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88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Managerial Potential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2697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</a:t>
            </a:r>
            <a:r>
              <a:rPr lang="en-US" sz="100" dirty="0">
                <a:solidFill>
                  <a:srgbClr val="000000"/>
                </a:solidFill>
              </a:rPr>
              <a:t>.</a:t>
            </a:r>
            <a:r>
              <a:rPr lang="fr-FR" sz="100" dirty="0" err="1"/>
              <a:t>stressTolerance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2331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Stress Tolerance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3840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personality.professionalScale.serviceOrientation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3474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Service Orientation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4983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personality.professionalScale.clericalPotential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4617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Clerical Potential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6126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personality.professionalScale.salesPotential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760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Sales Potential</a:t>
            </a:r>
            <a:endParaRPr lang="en-US" sz="1200" dirty="0"/>
          </a:p>
        </p:txBody>
      </p:sp>
      <p:sp>
        <p:nvSpPr>
          <p:cNvPr id="22" name="Text 13"/>
          <p:cNvSpPr/>
          <p:nvPr/>
        </p:nvSpPr>
        <p:spPr>
          <a:xfrm>
            <a:off x="7269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personality.professionalScale.reliability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6903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Reliability</a:t>
            </a:r>
            <a:endParaRPr lang="en-US" sz="1200" dirty="0"/>
          </a:p>
        </p:txBody>
      </p:sp>
      <p:sp>
        <p:nvSpPr>
          <p:cNvPr id="24" name="Text 15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"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10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}}. {{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10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10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1000" b="1" dirty="0">
              <a:solidFill>
                <a:srgbClr val="285C78"/>
              </a:solidFill>
            </a:endParaRPr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643163D-5ADC-9B04-93FA-6D96BF13CEBD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356E9B8-A507-9A17-DEA7-1113AB943F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3230" y="29850"/>
            <a:ext cx="541371" cy="354422"/>
          </a:xfrm>
          <a:prstGeom prst="rect">
            <a:avLst/>
          </a:prstGeom>
        </p:spPr>
      </p:pic>
      <p:graphicFrame>
        <p:nvGraphicFramePr>
          <p:cNvPr id="28" name="Chart 0">
            <a:extLst>
              <a:ext uri="{FF2B5EF4-FFF2-40B4-BE49-F238E27FC236}">
                <a16:creationId xmlns:a16="http://schemas.microsoft.com/office/drawing/2014/main" id="{E3135325-AA9A-84C1-801B-445658D377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4963115"/>
              </p:ext>
            </p:extLst>
          </p:nvPr>
        </p:nvGraphicFramePr>
        <p:xfrm>
          <a:off x="3474720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" name="Chart 0">
            <a:extLst>
              <a:ext uri="{FF2B5EF4-FFF2-40B4-BE49-F238E27FC236}">
                <a16:creationId xmlns:a16="http://schemas.microsoft.com/office/drawing/2014/main" id="{41E86083-7AE2-A49A-DEB4-CB7974127D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1578346"/>
              </p:ext>
            </p:extLst>
          </p:nvPr>
        </p:nvGraphicFramePr>
        <p:xfrm>
          <a:off x="4617720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1" name="Chart 0">
            <a:extLst>
              <a:ext uri="{FF2B5EF4-FFF2-40B4-BE49-F238E27FC236}">
                <a16:creationId xmlns:a16="http://schemas.microsoft.com/office/drawing/2014/main" id="{4CD3217B-93ED-8F74-140F-3F0999B063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06757384"/>
              </p:ext>
            </p:extLst>
          </p:nvPr>
        </p:nvGraphicFramePr>
        <p:xfrm>
          <a:off x="5760720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2" name="Chart 0">
            <a:extLst>
              <a:ext uri="{FF2B5EF4-FFF2-40B4-BE49-F238E27FC236}">
                <a16:creationId xmlns:a16="http://schemas.microsoft.com/office/drawing/2014/main" id="{A1FC6681-F507-C1AA-9403-E2B7F5956B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0697432"/>
              </p:ext>
            </p:extLst>
          </p:nvPr>
        </p:nvGraphicFramePr>
        <p:xfrm>
          <a:off x="6894576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12" name="Chart 0">
            <a:extLst>
              <a:ext uri="{FF2B5EF4-FFF2-40B4-BE49-F238E27FC236}">
                <a16:creationId xmlns:a16="http://schemas.microsoft.com/office/drawing/2014/main" id="{F7B29F6E-0803-4C35-378E-5A071A0DD6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323620"/>
              </p:ext>
            </p:extLst>
          </p:nvPr>
        </p:nvGraphicFramePr>
        <p:xfrm>
          <a:off x="2360558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45E77A-1926-6736-FCC8-352711AD7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196596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5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297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131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583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5417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4892040" y="22860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285C78"/>
                </a:solidFill>
              </a:rPr>
              <a:t>{{</a:t>
            </a:r>
            <a:r>
              <a:rPr lang="fr-FR" sz="1200" b="1" dirty="0">
                <a:solidFill>
                  <a:srgbClr val="285C78"/>
                </a:solidFill>
              </a:rPr>
              <a:t>cognitive</a:t>
            </a:r>
            <a:r>
              <a:rPr lang="en-US" sz="1200" b="1" dirty="0">
                <a:solidFill>
                  <a:srgbClr val="285C78"/>
                </a:solidFill>
              </a:rPr>
              <a:t>.</a:t>
            </a:r>
            <a:r>
              <a:rPr lang="fr-FR" sz="1200" b="1" dirty="0">
                <a:solidFill>
                  <a:srgbClr val="285C78"/>
                </a:solidFill>
              </a:rPr>
              <a:t>style}}</a:t>
            </a:r>
          </a:p>
          <a:p>
            <a:pPr algn="ctr"/>
            <a:endParaRPr lang="en-US" sz="1200" dirty="0">
              <a:solidFill>
                <a:srgbClr val="285C78"/>
              </a:solidFill>
            </a:endParaRPr>
          </a:p>
        </p:txBody>
      </p:sp>
      <p:sp>
        <p:nvSpPr>
          <p:cNvPr id="16" name="Text 10"/>
          <p:cNvSpPr/>
          <p:nvPr/>
        </p:nvSpPr>
        <p:spPr>
          <a:xfrm>
            <a:off x="1691640" y="22860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285C78"/>
                </a:solidFill>
              </a:rPr>
              <a:t>{{</a:t>
            </a:r>
            <a:r>
              <a:rPr lang="fr-FR" sz="1200" b="1" dirty="0">
                <a:solidFill>
                  <a:srgbClr val="285C78"/>
                </a:solidFill>
              </a:rPr>
              <a:t>cognitive</a:t>
            </a:r>
            <a:r>
              <a:rPr lang="en-US" sz="1200" b="1" dirty="0">
                <a:solidFill>
                  <a:srgbClr val="285C78"/>
                </a:solidFill>
              </a:rPr>
              <a:t>.</a:t>
            </a:r>
            <a:r>
              <a:rPr lang="fr-FR" sz="1200" b="1" dirty="0" err="1">
                <a:solidFill>
                  <a:srgbClr val="285C78"/>
                </a:solidFill>
              </a:rPr>
              <a:t>level</a:t>
            </a:r>
            <a:r>
              <a:rPr lang="fr-FR" sz="1200" b="1" dirty="0">
                <a:solidFill>
                  <a:srgbClr val="285C78"/>
                </a:solidFill>
              </a:rPr>
              <a:t>}}</a:t>
            </a:r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EE7CFDB-3A6E-3CE1-60DA-FD119631BF8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7EEFD6B4-A2BA-A205-421E-3DFC0C0B4F34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076AEF-484A-37AA-7B8D-31E5C5D8D2D9}"/>
              </a:ext>
            </a:extLst>
          </p:cNvPr>
          <p:cNvSpPr/>
          <p:nvPr/>
        </p:nvSpPr>
        <p:spPr>
          <a:xfrm>
            <a:off x="801624" y="2795016"/>
            <a:ext cx="7991856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85C78"/>
            </a:solidFill>
            <a:prstDash val="solid"/>
          </a:ln>
        </p:spPr>
        <p:txBody>
          <a:bodyPr/>
          <a:lstStyle/>
          <a:p>
            <a:endParaRPr lang="fr-FR" sz="1200" dirty="0"/>
          </a:p>
        </p:txBody>
      </p:sp>
      <p:graphicFrame>
        <p:nvGraphicFramePr>
          <p:cNvPr id="23" name="Chart 0">
            <a:extLst>
              <a:ext uri="{FF2B5EF4-FFF2-40B4-BE49-F238E27FC236}">
                <a16:creationId xmlns:a16="http://schemas.microsoft.com/office/drawing/2014/main" id="{6A0FAE9F-26D3-2CDB-4D50-FB6C6D9B74A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2195641"/>
              </p:ext>
            </p:extLst>
          </p:nvPr>
        </p:nvGraphicFramePr>
        <p:xfrm>
          <a:off x="1798320" y="3024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4" name="Text 2">
            <a:extLst>
              <a:ext uri="{FF2B5EF4-FFF2-40B4-BE49-F238E27FC236}">
                <a16:creationId xmlns:a16="http://schemas.microsoft.com/office/drawing/2014/main" id="{E5995F3C-AED5-6508-D897-4AC5118B6E1C}"/>
              </a:ext>
            </a:extLst>
          </p:cNvPr>
          <p:cNvSpPr/>
          <p:nvPr/>
        </p:nvSpPr>
        <p:spPr>
          <a:xfrm>
            <a:off x="2118360" y="35471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fr-FR" sz="1200" dirty="0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5D1A6096-3FBD-D990-CD27-D29DEE287C69}"/>
              </a:ext>
            </a:extLst>
          </p:cNvPr>
          <p:cNvSpPr/>
          <p:nvPr/>
        </p:nvSpPr>
        <p:spPr>
          <a:xfrm>
            <a:off x="1070903" y="42120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Quantitative Reasoning</a:t>
            </a:r>
            <a:endParaRPr lang="en-US" sz="12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31460342-835E-046F-BC27-511838E1BB41}"/>
              </a:ext>
            </a:extLst>
          </p:cNvPr>
          <p:cNvSpPr/>
          <p:nvPr/>
        </p:nvSpPr>
        <p:spPr>
          <a:xfrm>
            <a:off x="3284220" y="41760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Business Reasoning</a:t>
            </a:r>
            <a:endParaRPr lang="en-US" sz="12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B27ED892-BB5A-0B7F-4F95-8854B7431F21}"/>
              </a:ext>
            </a:extLst>
          </p:cNvPr>
          <p:cNvSpPr/>
          <p:nvPr/>
        </p:nvSpPr>
        <p:spPr>
          <a:xfrm>
            <a:off x="5570220" y="41760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Qualitative Reasoning</a:t>
            </a:r>
            <a:endParaRPr 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CEC70F-6B9D-F469-B870-4D5A166A90FC}"/>
              </a:ext>
            </a:extLst>
          </p:cNvPr>
          <p:cNvSpPr txBox="1"/>
          <p:nvPr/>
        </p:nvSpPr>
        <p:spPr>
          <a:xfrm>
            <a:off x="2118360" y="3384000"/>
            <a:ext cx="822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fr-FR" sz="200" dirty="0"/>
              <a:t>cognitive</a:t>
            </a:r>
            <a:r>
              <a:rPr lang="en-US" sz="200" dirty="0"/>
              <a:t>.</a:t>
            </a:r>
            <a:r>
              <a:rPr lang="fr-FR" sz="200" dirty="0" err="1"/>
              <a:t>quantitativeReasoning</a:t>
            </a:r>
            <a:r>
              <a:rPr lang="fr-FR" sz="1200" dirty="0"/>
              <a:t>}}%</a:t>
            </a:r>
          </a:p>
        </p:txBody>
      </p:sp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E9B5E9CE-AB01-9E0C-D8ED-7E5970D4ED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7106428"/>
              </p:ext>
            </p:extLst>
          </p:nvPr>
        </p:nvGraphicFramePr>
        <p:xfrm>
          <a:off x="4033514" y="2988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4A3CF5BE-DD7C-7DDF-172A-8A4E5771B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234251"/>
              </p:ext>
            </p:extLst>
          </p:nvPr>
        </p:nvGraphicFramePr>
        <p:xfrm>
          <a:off x="6357110" y="2988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10D80EF-019C-7C93-D6C7-DB47CD1CD15A}"/>
              </a:ext>
            </a:extLst>
          </p:cNvPr>
          <p:cNvSpPr txBox="1"/>
          <p:nvPr/>
        </p:nvSpPr>
        <p:spPr>
          <a:xfrm>
            <a:off x="4379681" y="3348000"/>
            <a:ext cx="822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200" dirty="0" err="1">
                <a:solidFill>
                  <a:srgbClr val="000000"/>
                </a:solidFill>
              </a:rPr>
              <a:t>cognitive.businessReasoning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fr-F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FC804B-4FB3-BE2A-3EC9-05379CAE25D9}"/>
              </a:ext>
            </a:extLst>
          </p:cNvPr>
          <p:cNvSpPr txBox="1"/>
          <p:nvPr/>
        </p:nvSpPr>
        <p:spPr>
          <a:xfrm>
            <a:off x="6692390" y="3348000"/>
            <a:ext cx="822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200" dirty="0" err="1">
                <a:solidFill>
                  <a:srgbClr val="000000"/>
                </a:solidFill>
              </a:rPr>
              <a:t>cognitive.qualitativeReasoning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8516623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BC6A779-C11D-5877-827C-A5EDEFADF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BF9596-3929-D06B-B441-1BABBFD8AD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186" y="1463184"/>
            <a:ext cx="2263855" cy="11721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10C7E62-2A70-6DD4-1D2C-588BD483CC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1185" y="2815048"/>
            <a:ext cx="2263855" cy="11721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1AEA3E-AC79-21A9-13C4-D46717CA3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4" y="1460461"/>
            <a:ext cx="2263855" cy="11721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3DDEA95-90B7-254E-DDD3-E48F2F8CBF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9393" y="2812325"/>
            <a:ext cx="2263855" cy="117210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43C915A-CB34-2DB3-7DC3-0D83E902BD61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C542C5-278B-6E70-ABBB-F4F136F98250}"/>
              </a:ext>
            </a:extLst>
          </p:cNvPr>
          <p:cNvSpPr txBox="1"/>
          <p:nvPr/>
        </p:nvSpPr>
        <p:spPr>
          <a:xfrm>
            <a:off x="4689394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4FDD11-7AC0-B3BC-AC6A-93F21E4E8531}"/>
              </a:ext>
            </a:extLst>
          </p:cNvPr>
          <p:cNvSpPr txBox="1"/>
          <p:nvPr/>
        </p:nvSpPr>
        <p:spPr>
          <a:xfrm>
            <a:off x="2161186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B384D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Low Skill / High Will</a:t>
            </a:r>
          </a:p>
          <a:p>
            <a:pPr lvl="0" algn="ctr">
              <a:defRPr/>
            </a:pPr>
            <a:r>
              <a:rPr lang="en-US" sz="1200" b="1" dirty="0">
                <a:solidFill>
                  <a:srgbClr val="1B384D"/>
                </a:solidFill>
              </a:rPr>
              <a:t>Guide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66E5C5-9A3B-D778-851A-0DB8476A7F2A}"/>
              </a:ext>
            </a:extLst>
          </p:cNvPr>
          <p:cNvSpPr txBox="1"/>
          <p:nvPr/>
        </p:nvSpPr>
        <p:spPr>
          <a:xfrm>
            <a:off x="4689395" y="2955690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1A0BDC-54D1-E45E-3FD6-4D140EB00B32}"/>
              </a:ext>
            </a:extLst>
          </p:cNvPr>
          <p:cNvSpPr txBox="1"/>
          <p:nvPr/>
        </p:nvSpPr>
        <p:spPr>
          <a:xfrm>
            <a:off x="2161187" y="296098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306E97-F6AC-D3EC-812F-9C88CC1AB0CD}"/>
              </a:ext>
            </a:extLst>
          </p:cNvPr>
          <p:cNvSpPr txBox="1"/>
          <p:nvPr/>
        </p:nvSpPr>
        <p:spPr>
          <a:xfrm>
            <a:off x="4689394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High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Delegate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FA3D1F-B5BE-DC77-C573-4E3F20772A0B}"/>
              </a:ext>
            </a:extLst>
          </p:cNvPr>
          <p:cNvSpPr txBox="1"/>
          <p:nvPr/>
        </p:nvSpPr>
        <p:spPr>
          <a:xfrm>
            <a:off x="2161186" y="153693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07A2F5-59B5-64BE-5D39-490D59A9614D}"/>
              </a:ext>
            </a:extLst>
          </p:cNvPr>
          <p:cNvSpPr txBox="1"/>
          <p:nvPr/>
        </p:nvSpPr>
        <p:spPr>
          <a:xfrm>
            <a:off x="4689395" y="2863357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High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Excite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712986-57C0-8A28-AB08-4FC76BB8BC1B}"/>
              </a:ext>
            </a:extLst>
          </p:cNvPr>
          <p:cNvSpPr txBox="1"/>
          <p:nvPr/>
        </p:nvSpPr>
        <p:spPr>
          <a:xfrm>
            <a:off x="2161187" y="2868655"/>
            <a:ext cx="2263854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Low Skill / Low Will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Direct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01E5AFE2-DDF8-6D20-16AD-F33E4AEBCD96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33CE4C-7BC9-9008-7154-C5E3E1F90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  <a:ln>
            <a:solidFill>
              <a:srgbClr val="F5F5F5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D06519-B769-9135-4130-005F95998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1548607"/>
            <a:ext cx="2261084" cy="54310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735713-91B3-CD33-DD8D-355F95931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2411850"/>
            <a:ext cx="2261084" cy="5431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D1DD8A-8AF6-E74D-3203-39C1FE4B8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3379743"/>
            <a:ext cx="2261084" cy="54310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B2ADD2-A96C-18A4-2417-11D2F5D9D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1543975"/>
            <a:ext cx="2261084" cy="5431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54672D5-3A78-92CF-D33C-E4D065ABD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2415239"/>
            <a:ext cx="2261084" cy="5431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75D4D4-E9A5-A867-BF8A-6D49E7984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3383132"/>
            <a:ext cx="2261084" cy="5431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0B2ACB-6C1E-553D-D3E3-4183DD4523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969" y="1548609"/>
            <a:ext cx="2261084" cy="5431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48C649-332E-38D5-30C9-EB15D3DC2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2411852"/>
            <a:ext cx="2261084" cy="5431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B281AA9-7919-C1F2-7258-5B4EA80CF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3379745"/>
            <a:ext cx="2261084" cy="543103"/>
          </a:xfrm>
          <a:prstGeom prst="rect">
            <a:avLst/>
          </a:prstGeom>
        </p:spPr>
      </p:pic>
      <p:sp>
        <p:nvSpPr>
          <p:cNvPr id="2" name="Text 15">
            <a:extLst>
              <a:ext uri="{FF2B5EF4-FFF2-40B4-BE49-F238E27FC236}">
                <a16:creationId xmlns:a16="http://schemas.microsoft.com/office/drawing/2014/main" id="{0873D3C7-F906-56B6-27DB-B3A9DF4EFD3F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0EFF2D-397E-CD37-DBD6-AF28DC3F307D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4FF9C0-9D30-FAFB-79A6-77AA76146DF9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7AF0A7-8C03-355D-0CA6-FD13BC7A4464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b="1" dirty="0">
                <a:solidFill>
                  <a:schemeClr val="bg1"/>
                </a:solidFill>
              </a:rPr>
              <a:t>Outstanding Leader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8466EF-A8E6-F100-7E28-3F3C9173A143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9E4B5B-316D-116A-82E6-41AA455A92B7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E6BCCB-49F8-893E-FD59-E9040C6683F7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55840D-4AA8-8A5F-E9A3-D6505D6FF4EA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77EFE7-5A48-61BE-51E9-96C37101D507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198B31-1484-159D-762D-E51CE5BC2BF4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29F8CF-2F7E-F745-6540-625A270705B9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Long-Term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197A3-97D1-7DE8-3961-8A03AEDB91F6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Future Leader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E13AC5-7B44-22C1-83F8-FE3D459F5B15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A63C82-3BDB-1369-0074-666432E284C8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Stretch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C7137E-3D3B-0F44-4E72-96DA09215BC3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Solid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DB3500-7109-8A0E-BF82-68C28D3987B9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Marginal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B82AF1-C57F-B040-089E-07A8A80CF456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Underperformer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3B618-C55B-A6C9-6D2D-A211A5510A54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Sound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CEC600-DD16-7BE0-5836-16AB834C24B7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Seasoned Professional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DB303BF7-BEBC-DFFB-A73A-B17260851E8E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224360-0D17-C7A6-76D2-3D3931B68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5A610BE-6F0A-2F24-93F4-51EF77FA3144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948F13-5D56-242A-88DC-6F2265AEB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27432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4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evaluation results, Ms. masouad will benefit from a development plan to reach the "Expert Level" of this role</a:t>
            </a:r>
            <a:endParaRPr lang="en-US" sz="1400" dirty="0"/>
          </a:p>
        </p:txBody>
      </p:sp>
      <p:graphicFrame>
        <p:nvGraphicFramePr>
          <p:cNvPr id="10" name="Table 16">
            <a:extLst>
              <a:ext uri="{FF2B5EF4-FFF2-40B4-BE49-F238E27FC236}">
                <a16:creationId xmlns:a16="http://schemas.microsoft.com/office/drawing/2014/main" id="{08FCFAF0-4433-9DCA-0568-1EBCAD7FB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784186"/>
              </p:ext>
            </p:extLst>
          </p:nvPr>
        </p:nvGraphicFramePr>
        <p:xfrm>
          <a:off x="398441" y="2430926"/>
          <a:ext cx="8095585" cy="820104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490111">
                  <a:extLst>
                    <a:ext uri="{9D8B030D-6E8A-4147-A177-3AD203B41FA5}">
                      <a16:colId xmlns:a16="http://schemas.microsoft.com/office/drawing/2014/main" val="3456859813"/>
                    </a:ext>
                  </a:extLst>
                </a:gridCol>
                <a:gridCol w="356048">
                  <a:extLst>
                    <a:ext uri="{9D8B030D-6E8A-4147-A177-3AD203B41FA5}">
                      <a16:colId xmlns:a16="http://schemas.microsoft.com/office/drawing/2014/main" val="1026896100"/>
                    </a:ext>
                  </a:extLst>
                </a:gridCol>
                <a:gridCol w="329376">
                  <a:extLst>
                    <a:ext uri="{9D8B030D-6E8A-4147-A177-3AD203B41FA5}">
                      <a16:colId xmlns:a16="http://schemas.microsoft.com/office/drawing/2014/main" val="2532446077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57600182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50036123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26898200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3412788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104198132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66297412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951692468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09427504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3595556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1368106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TN" sz="900" dirty="0">
                          <a:solidFill>
                            <a:srgbClr val="2A4357"/>
                          </a:solidFill>
                        </a:rPr>
                        <a:t>Key Trainings</a:t>
                      </a:r>
                    </a:p>
                  </a:txBody>
                  <a:tcPr marL="67866" marR="67866" marT="33933" marB="3393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M1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M2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M3</a:t>
                      </a:r>
                      <a:endParaRPr lang="en-US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M4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5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6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7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8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9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10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11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12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260920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Information Security Manager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60366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Threat Intelligence Analyst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50139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 Risk and Information Systems Control (CRISC)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256966226"/>
                  </a:ext>
                </a:extLst>
              </a:tr>
            </a:tbl>
          </a:graphicData>
        </a:graphic>
      </p:graphicFrame>
      <p:sp>
        <p:nvSpPr>
          <p:cNvPr id="8" name="Text 15">
            <a:extLst>
              <a:ext uri="{FF2B5EF4-FFF2-40B4-BE49-F238E27FC236}">
                <a16:creationId xmlns:a16="http://schemas.microsoft.com/office/drawing/2014/main" id="{50BF4F3F-D8EE-B899-C471-6976D4E6C5FD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hand touching a screen with icons&#10;&#10;AI-generated content may be incorrect.">
            <a:extLst>
              <a:ext uri="{FF2B5EF4-FFF2-40B4-BE49-F238E27FC236}">
                <a16:creationId xmlns:a16="http://schemas.microsoft.com/office/drawing/2014/main" id="{D5EC19DD-3E29-074A-681A-DDB92EC20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9E476DF6-B3DA-4296-7439-F2E5C40C6756}"/>
              </a:ext>
            </a:extLst>
          </p:cNvPr>
          <p:cNvGrpSpPr/>
          <p:nvPr/>
        </p:nvGrpSpPr>
        <p:grpSpPr>
          <a:xfrm>
            <a:off x="7927145" y="2347830"/>
            <a:ext cx="1111320" cy="686492"/>
            <a:chOff x="1688760" y="3814683"/>
            <a:chExt cx="1111320" cy="759706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DB58F194-6961-75BC-01B6-15D18BD6F7D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814683"/>
              <a:ext cx="1111320" cy="759706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B07FB03E-19B2-CD39-C422-DE21BA0D2523}"/>
                </a:ext>
              </a:extLst>
            </p:cNvPr>
            <p:cNvSpPr/>
            <p:nvPr/>
          </p:nvSpPr>
          <p:spPr>
            <a:xfrm>
              <a:off x="1688760" y="4025160"/>
              <a:ext cx="108648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logo1}}{{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=logo1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  <a:endParaRPr lang="fr-FR" sz="600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4827</TotalTime>
  <Words>3522</Words>
  <Application>Microsoft Office PowerPoint</Application>
  <PresentationFormat>On-screen Show (16:9)</PresentationFormat>
  <Paragraphs>527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Arial (Headings)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laghawassim</cp:lastModifiedBy>
  <cp:revision>588</cp:revision>
  <dcterms:created xsi:type="dcterms:W3CDTF">2025-08-14T15:20:57Z</dcterms:created>
  <dcterms:modified xsi:type="dcterms:W3CDTF">2025-12-31T20:00:05Z</dcterms:modified>
</cp:coreProperties>
</file>