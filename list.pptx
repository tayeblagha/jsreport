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E3F259-0BCA-4BDC-86CD-30535D7E0E6E}" type="slidenum"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5E99CC-EE72-41BD-9D96-377C2D1EB16D}" type="slidenum"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</a:rPr>
              <a:t>{{#pptxStyle textColor='0000FF'}}Simple text{{/pptxStyle}}</a:t>
            </a:r>
            <a:br>
              <a:rPr sz="1000"/>
            </a:br>
            <a:br>
              <a:rPr sz="1000"/>
            </a:b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504000" y="1325880"/>
            <a:ext cx="9070920" cy="328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Red Colored black background </a:t>
            </a:r>
            <a:br>
              <a:rPr sz="1000"/>
            </a:b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  <a:ea typeface="Liberation Mono;Courier New;DejaVu Sans Mono;Lucida Sans Typewriter"/>
              </a:rPr>
              <a:t>{{#pptxStyle textColor="FF0000" backgroundColor="000000"}}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  <a:ea typeface="Liberation Mono;Courier New;DejaVu Sans Mono;Lucida Sans Typewriter"/>
              </a:rPr>
              <a:t>Simple text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  <a:ea typeface="Liberation Mono;Courier New;DejaVu Sans Mono;Lucida Sans Typewriter"/>
              </a:rPr>
              <a:t>{{/pptxStyle}} </a:t>
            </a:r>
            <a:br>
              <a:rPr sz="1000"/>
            </a:br>
            <a:r>
              <a:rPr b="0" lang="fr-FR" sz="1000" strike="noStrike" u="non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  <a:ea typeface="Liberation Mono;Courier New;DejaVu Sans Mono;Lucida Sans Typewriter"/>
              </a:rPr>
              <a:t> </a:t>
            </a:r>
            <a:br>
              <a:rPr sz="1000"/>
            </a:br>
            <a:br>
              <a:rPr sz="1000"/>
            </a:b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hrlo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2025-12-05T10:38:11Z</dcterms:created>
  <dc:creator/>
  <dc:description/>
  <dc:language>fr-FR</dc:language>
  <cp:lastModifiedBy/>
  <dcterms:modified xsi:type="dcterms:W3CDTF">2025-12-05T11:02:49Z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