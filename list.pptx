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88" r:id="rId5"/>
    <p:sldId id="260" r:id="rId6"/>
    <p:sldId id="261" r:id="rId7"/>
    <p:sldId id="285" r:id="rId8"/>
    <p:sldId id="263" r:id="rId9"/>
    <p:sldId id="264" r:id="rId10"/>
    <p:sldId id="286" r:id="rId11"/>
    <p:sldId id="266" r:id="rId12"/>
    <p:sldId id="284" r:id="rId13"/>
    <p:sldId id="268" r:id="rId14"/>
    <p:sldId id="287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  <p:sldId id="279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285C78"/>
    <a:srgbClr val="6CA184"/>
    <a:srgbClr val="153148"/>
    <a:srgbClr val="EBEBEB"/>
    <a:srgbClr val="FFF385"/>
    <a:srgbClr val="DE5959"/>
    <a:srgbClr val="F5F5F5"/>
    <a:srgbClr val="2A874B"/>
    <a:srgbClr val="BADB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5388" autoAdjust="0"/>
  </p:normalViewPr>
  <p:slideViewPr>
    <p:cSldViewPr snapToGrid="0" snapToObjects="1">
      <p:cViewPr varScale="1">
        <p:scale>
          <a:sx n="112" d="100"/>
          <a:sy n="112" d="100"/>
        </p:scale>
        <p:origin x="61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1" i="0" u="none" strike="noStrike" kern="1200" baseline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pPr>
            <a:r>
              <a:rPr lang="en-US" sz="12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{{</a:t>
            </a:r>
            <a:r>
              <a:rPr lang="en-US" sz="1200" b="1" i="0" u="none" strike="noStrike" kern="1200" spc="0" baseline="0" dirty="0" err="1">
                <a:solidFill>
                  <a:prstClr val="black">
                    <a:lumMod val="65000"/>
                    <a:lumOff val="35000"/>
                  </a:prstClr>
                </a:solidFill>
              </a:rPr>
              <a:t>pptxChart</a:t>
            </a:r>
            <a:r>
              <a:rPr lang="en-US" sz="12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 data=(</a:t>
            </a:r>
            <a:r>
              <a:rPr lang="en-US" sz="1200" b="1" i="0" u="none" strike="noStrike" kern="1200" spc="0" baseline="0" dirty="0" err="1">
                <a:solidFill>
                  <a:prstClr val="black">
                    <a:lumMod val="65000"/>
                    <a:lumOff val="35000"/>
                  </a:prstClr>
                </a:solidFill>
              </a:rPr>
              <a:t>toRadarChart</a:t>
            </a:r>
            <a:r>
              <a:rPr lang="en-US" sz="12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 interview)}}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46025407999710638"/>
          <c:y val="0"/>
          <c:w val="0.53974592000289368"/>
          <c:h val="0.9014336917562724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153148"/>
            </a:solidFill>
            <a:effectLst>
              <a:innerShdw blurRad="38100" dist="23000" dir="5400000">
                <a:srgbClr val="000000">
                  <a:alpha val="35000"/>
                </a:srgbClr>
              </a:inn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rgbClr val="1A70C0"/>
              </a:solidFill>
            </c:spPr>
            <c:extLst>
              <c:ext xmlns:c16="http://schemas.microsoft.com/office/drawing/2014/chart" uri="{C3380CC4-5D6E-409C-BE32-E72D297353CC}">
                <c16:uniqueId val="{00000001-1351-4CE4-BA72-1E96A7FE5C52}"/>
              </c:ext>
            </c:extLst>
          </c:dPt>
          <c:dPt>
            <c:idx val="1"/>
            <c:invertIfNegative val="0"/>
            <c:bubble3D val="0"/>
            <c:spPr>
              <a:solidFill>
                <a:srgbClr val="153148"/>
              </a:solidFill>
            </c:spPr>
            <c:extLst>
              <c:ext xmlns:c16="http://schemas.microsoft.com/office/drawing/2014/chart" uri="{C3380CC4-5D6E-409C-BE32-E72D297353CC}">
                <c16:uniqueId val="{00000003-1351-4CE4-BA72-1E96A7FE5C52}"/>
              </c:ext>
            </c:extLst>
          </c:dPt>
          <c:dPt>
            <c:idx val="2"/>
            <c:invertIfNegative val="0"/>
            <c:bubble3D val="0"/>
            <c:spPr>
              <a:solidFill>
                <a:srgbClr val="153148"/>
              </a:solidFill>
            </c:spPr>
            <c:extLst>
              <c:ext xmlns:c16="http://schemas.microsoft.com/office/drawing/2014/chart" uri="{C3380CC4-5D6E-409C-BE32-E72D297353CC}">
                <c16:uniqueId val="{00000005-1351-4CE4-BA72-1E96A7FE5C52}"/>
              </c:ext>
            </c:extLst>
          </c:dPt>
          <c:dPt>
            <c:idx val="3"/>
            <c:invertIfNegative val="0"/>
            <c:bubble3D val="0"/>
            <c:spPr>
              <a:solidFill>
                <a:srgbClr val="153148"/>
              </a:solidFill>
            </c:spPr>
            <c:extLst>
              <c:ext xmlns:c16="http://schemas.microsoft.com/office/drawing/2014/chart" uri="{C3380CC4-5D6E-409C-BE32-E72D297353CC}">
                <c16:uniqueId val="{00000007-1351-4CE4-BA72-1E96A7FE5C52}"/>
              </c:ext>
            </c:extLst>
          </c:dPt>
          <c:dPt>
            <c:idx val="4"/>
            <c:invertIfNegative val="0"/>
            <c:bubble3D val="0"/>
            <c:spPr>
              <a:solidFill>
                <a:srgbClr val="153148"/>
              </a:solidFill>
            </c:spPr>
            <c:extLst>
              <c:ext xmlns:c16="http://schemas.microsoft.com/office/drawing/2014/chart" uri="{C3380CC4-5D6E-409C-BE32-E72D297353CC}">
                <c16:uniqueId val="{00000009-1351-4CE4-BA72-1E96A7FE5C5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384D"/>
                    </a:solidFill>
                    <a:latin typeface="Arial"/>
                  </a:defRPr>
                </a:pPr>
                <a:endParaRPr lang="en-150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Tone of Communication</c:v>
                </c:pt>
                <c:pt idx="1">
                  <c:v>Pronunciation</c:v>
                </c:pt>
                <c:pt idx="2">
                  <c:v>Message Relevance</c:v>
                </c:pt>
                <c:pt idx="3">
                  <c:v>Articulation</c:v>
                </c:pt>
                <c:pt idx="4">
                  <c:v>Posture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0.62</c:v>
                </c:pt>
                <c:pt idx="1">
                  <c:v>0.79</c:v>
                </c:pt>
                <c:pt idx="2">
                  <c:v>0.81</c:v>
                </c:pt>
                <c:pt idx="3">
                  <c:v>0.89</c:v>
                </c:pt>
                <c:pt idx="4">
                  <c:v>0.99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351-4CE4-BA72-1E96A7FE5C5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FFFFF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B384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2"/>
          <c:min val="0"/>
        </c:scaling>
        <c:delete val="1"/>
        <c:axPos val="b"/>
        <c:majorGridlines>
          <c:spPr>
            <a:ln w="6350" cap="flat">
              <a:solidFill>
                <a:srgbClr val="DADA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0160" cap="flat">
      <a:solidFill>
        <a:srgbClr val="7ECFE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0817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F787E36-E826-4AE4-B0C9-FD25A12F039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79657-95B4-9FEC-2B42-F734E31B2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B96AA-6478-19BD-D2AC-1D736571E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1DC622-D230-57B1-129D-5063592E54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6D0E46-083A-B06B-A26E-78288782B7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533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B778A-5FCA-7CD8-9A72-DD04A9CB6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357BE5-4DE2-1D5B-7169-878E31DF55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33594B-2378-E9D7-3BFB-A87CB3585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9CE220-565F-27C8-2297-9D6F63F774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4819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C3CF7-5191-1DF6-6E05-8249E1168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E83B4-6704-468B-234A-A01D914F1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09328-F137-A3DE-A65C-8A75CF15C3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A6CD1A-06E2-1B14-0D59-323A9EF02A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5787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6EA32-5D2D-23BB-7846-AFF173B4F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E86856-CAA7-4916-CBC5-219D3B7C97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673C5F-78B2-A62E-2D52-7F2E36114C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3E648D-C5BE-83B7-86BB-13AAEB6B6D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7134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person touching a screen with icons&#10;&#10;AI-generated content may be incorrect.">
            <a:extLst>
              <a:ext uri="{FF2B5EF4-FFF2-40B4-BE49-F238E27FC236}">
                <a16:creationId xmlns:a16="http://schemas.microsoft.com/office/drawing/2014/main" id="{5423DB9C-DBD0-3F16-536F-50DB24978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834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Competency Assessment Report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3383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Name: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25880" y="3383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39319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Position: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246888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b="1" dirty="0">
              <a:solidFill>
                <a:srgbClr val="0070C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Text 5"/>
          <p:cNvSpPr/>
          <p:nvPr/>
        </p:nvSpPr>
        <p:spPr>
          <a:xfrm>
            <a:off x="457200" y="4572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>
              <a:solidFill>
                <a:srgbClr val="0070C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pSp>
        <p:nvGrpSpPr>
          <p:cNvPr id="14" name="Group 2">
            <a:extLst>
              <a:ext uri="{FF2B5EF4-FFF2-40B4-BE49-F238E27FC236}">
                <a16:creationId xmlns:a16="http://schemas.microsoft.com/office/drawing/2014/main" id="{3565A461-52D8-A831-5422-0E197B892D01}"/>
              </a:ext>
            </a:extLst>
          </p:cNvPr>
          <p:cNvGrpSpPr/>
          <p:nvPr/>
        </p:nvGrpSpPr>
        <p:grpSpPr>
          <a:xfrm>
            <a:off x="5760719" y="2735580"/>
            <a:ext cx="2602438" cy="1981199"/>
            <a:chOff x="1688760" y="3975119"/>
            <a:chExt cx="1184392" cy="904680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E5FCBD6A-DCE5-C8DC-790D-44C606A70A3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61832" y="3975119"/>
              <a:ext cx="1111320" cy="904680"/>
            </a:xfrm>
            <a:prstGeom prst="roundRect">
              <a:avLst>
                <a:gd name="adj" fmla="val 16667"/>
              </a:avLst>
            </a:prstGeom>
            <a:ln>
              <a:noFill/>
            </a:ln>
            <a:effectLst>
              <a:outerShdw blurRad="76200" dist="38100" dir="78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contrasting" dir="t">
                <a:rot lat="0" lon="0" rev="4200000"/>
              </a:lightRig>
            </a:scene3d>
            <a:sp3d prstMaterial="plastic">
              <a:bevelT w="381000" h="114300" prst="relaxedInset"/>
              <a:contourClr>
                <a:srgbClr val="969696"/>
              </a:contourClr>
            </a:sp3d>
          </p:spPr>
        </p:pic>
        <p:sp>
          <p:nvSpPr>
            <p:cNvPr id="16" name="TextBox 3">
              <a:extLst>
                <a:ext uri="{FF2B5EF4-FFF2-40B4-BE49-F238E27FC236}">
                  <a16:creationId xmlns:a16="http://schemas.microsoft.com/office/drawing/2014/main" id="{11D7F7EC-C1B7-DD9B-0516-4636613A0F89}"/>
                </a:ext>
              </a:extLst>
            </p:cNvPr>
            <p:cNvSpPr/>
            <p:nvPr/>
          </p:nvSpPr>
          <p:spPr>
            <a:xfrm>
              <a:off x="1688760" y="4025160"/>
              <a:ext cx="1086480" cy="296814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logo1}}{{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=logo1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=true}}{{/if}}</a:t>
              </a:r>
              <a:endParaRPr lang="fr-FR" sz="600" dirty="0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2A15AEF8-DE2B-DDF7-B239-2A0F52A1D38B}"/>
              </a:ext>
            </a:extLst>
          </p:cNvPr>
          <p:cNvSpPr txBox="1"/>
          <p:nvPr/>
        </p:nvSpPr>
        <p:spPr>
          <a:xfrm>
            <a:off x="-240280" y="3372141"/>
            <a:ext cx="58064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{{ </a:t>
            </a:r>
            <a:r>
              <a:rPr lang="en-US" sz="2400" b="1" u="none" strike="noStrike" dirty="0" err="1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firstCharUpper</a:t>
            </a: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400" b="1" u="none" strike="noStrike" dirty="0" err="1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firstName</a:t>
            </a: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}} {{  </a:t>
            </a:r>
            <a:r>
              <a:rPr lang="en-US" sz="2400" b="1" u="none" strike="noStrike" dirty="0" err="1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firstCharUpper</a:t>
            </a: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400" b="1" u="none" strike="noStrike" dirty="0" err="1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lastName</a:t>
            </a: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}}</a:t>
            </a:r>
            <a:endParaRPr lang="fr-FR" sz="2400" b="0" u="none" strike="noStrike" dirty="0">
              <a:solidFill>
                <a:srgbClr val="00B0F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B32DDC-C92B-B676-8DAA-64EBBB9EAC71}"/>
              </a:ext>
            </a:extLst>
          </p:cNvPr>
          <p:cNvSpPr txBox="1"/>
          <p:nvPr/>
        </p:nvSpPr>
        <p:spPr>
          <a:xfrm>
            <a:off x="1253490" y="3920543"/>
            <a:ext cx="58331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{{</a:t>
            </a:r>
            <a:r>
              <a:rPr lang="en-US" sz="2400" b="1" dirty="0" err="1">
                <a:solidFill>
                  <a:srgbClr val="00B0F0"/>
                </a:solidFill>
                <a:latin typeface="Arial"/>
              </a:rPr>
              <a:t>assessmentName</a:t>
            </a:r>
            <a:r>
              <a:rPr lang="en-US" sz="2400" b="1" dirty="0">
                <a:solidFill>
                  <a:srgbClr val="00B0F0"/>
                </a:solidFill>
                <a:latin typeface="Arial"/>
              </a:rPr>
              <a:t>}}</a:t>
            </a:r>
            <a:endParaRPr lang="fr-FR" sz="2400" b="0" u="none" strike="noStrike" dirty="0">
              <a:solidFill>
                <a:srgbClr val="00B0F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_next/static/media/Intro2.b4340a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64B9868-D10C-EFF0-7FB5-BD68CEEA0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915D5A41-8F3A-57F6-5399-32C295F545D1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37" descr="A screenshot of a computer&#10;&#10;AI-generated content may be incorrect."/>
          <p:cNvPicPr/>
          <p:nvPr/>
        </p:nvPicPr>
        <p:blipFill>
          <a:blip r:embed="rId3"/>
          <a:stretch/>
        </p:blipFill>
        <p:spPr>
          <a:xfrm>
            <a:off x="0" y="21339"/>
            <a:ext cx="9131040" cy="513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Text 0"/>
          <p:cNvSpPr/>
          <p:nvPr/>
        </p:nvSpPr>
        <p:spPr>
          <a:xfrm>
            <a:off x="91440" y="4754880"/>
            <a:ext cx="45252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4"/>
          <p:cNvSpPr/>
          <p:nvPr/>
        </p:nvSpPr>
        <p:spPr>
          <a:xfrm>
            <a:off x="6446520" y="1028880"/>
            <a:ext cx="2281320" cy="86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7"/>
          <p:cNvSpPr/>
          <p:nvPr/>
        </p:nvSpPr>
        <p:spPr>
          <a:xfrm>
            <a:off x="1443600" y="3840480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Overall Score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8"/>
          <p:cNvSpPr/>
          <p:nvPr/>
        </p:nvSpPr>
        <p:spPr>
          <a:xfrm>
            <a:off x="3600000" y="3060000"/>
            <a:ext cx="141768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19"/>
          <p:cNvSpPr/>
          <p:nvPr/>
        </p:nvSpPr>
        <p:spPr>
          <a:xfrm>
            <a:off x="2632320" y="3859532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assessment.[1].name}}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{{assessment.[1].name}} Score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300" b="1" u="none" strike="noStrike" dirty="0">
              <a:solidFill>
                <a:srgbClr val="153148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1"/>
          <p:cNvSpPr/>
          <p:nvPr/>
        </p:nvSpPr>
        <p:spPr>
          <a:xfrm>
            <a:off x="3821040" y="3840480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endParaRPr lang="en-US" sz="4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4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3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assessment.[2].name}}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{{assessment.[2].name}} Score</a:t>
            </a:r>
            <a:r>
              <a:rPr lang="en-US" sz="4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400" b="1" dirty="0">
              <a:solidFill>
                <a:srgbClr val="153148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23"/>
          <p:cNvSpPr/>
          <p:nvPr/>
        </p:nvSpPr>
        <p:spPr>
          <a:xfrm>
            <a:off x="5009760" y="3850006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assessment.[3].name}}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{{assessment.[3].name}} Score</a:t>
            </a:r>
            <a:r>
              <a:rPr lang="en-US" sz="5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fr-FR" sz="1000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4"/>
          <p:cNvSpPr/>
          <p:nvPr/>
        </p:nvSpPr>
        <p:spPr>
          <a:xfrm>
            <a:off x="6768000" y="3960000"/>
            <a:ext cx="116640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5"/>
          <p:cNvSpPr/>
          <p:nvPr/>
        </p:nvSpPr>
        <p:spPr>
          <a:xfrm>
            <a:off x="6198480" y="3840480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183349"/>
                </a:solidFill>
                <a:latin typeface="Arial"/>
              </a:rPr>
              <a:t> </a:t>
            </a:r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3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assessment.[4].name}}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{{assessment.[4].name}} Score</a:t>
            </a:r>
            <a:r>
              <a:rPr lang="en-US" sz="5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fr-FR" sz="1000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26"/>
          <p:cNvSpPr/>
          <p:nvPr/>
        </p:nvSpPr>
        <p:spPr>
          <a:xfrm>
            <a:off x="7920000" y="3960000"/>
            <a:ext cx="125676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27"/>
          <p:cNvSpPr/>
          <p:nvPr/>
        </p:nvSpPr>
        <p:spPr>
          <a:xfrm>
            <a:off x="7387200" y="3826191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3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assessment.[5].name}}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{{assessment.[5].name}} Score</a:t>
            </a:r>
            <a:r>
              <a:rPr lang="en-US" sz="5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fr-FR" sz="1000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473040" y="712080"/>
            <a:ext cx="2738520" cy="22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Text 1"/>
          <p:cNvSpPr/>
          <p:nvPr/>
        </p:nvSpPr>
        <p:spPr>
          <a:xfrm>
            <a:off x="2788920" y="1069920"/>
            <a:ext cx="214416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{{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firstCharUpper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}} {{ 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firstCharUpper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lastName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}}</a:t>
            </a:r>
            <a:endParaRPr lang="fr-FR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2788920" y="1340640"/>
            <a:ext cx="214416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1" u="none" strike="noStrik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{{roleName}}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2788920" y="1611720"/>
            <a:ext cx="2144160" cy="24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</a:rPr>
              <a:t>{{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</a:rPr>
              <a:t>assessmentName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</a:rPr>
              <a:t>}}</a:t>
            </a:r>
            <a:endParaRPr lang="fr-FR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" name="Picture 4"/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" name="Picture 5"/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" name="Picture 18"/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" name="Picture 19"/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Box 21"/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30" name="TextBox 23"/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31" name="TextBox 24"/>
          <p:cNvSpPr/>
          <p:nvPr/>
        </p:nvSpPr>
        <p:spPr>
          <a:xfrm>
            <a:off x="4626360" y="491760"/>
            <a:ext cx="64080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5"/>
          <p:cNvSpPr/>
          <p:nvPr/>
        </p:nvSpPr>
        <p:spPr>
          <a:xfrm>
            <a:off x="1371600" y="2148840"/>
            <a:ext cx="7127640" cy="118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Box 1"/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04000" y="1980000"/>
            <a:ext cx="7199640" cy="10051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6000" rIns="90000" bIns="45000" anchor="t">
            <a:sp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{{ternary (eq gender "Female") "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Mrs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has secured the 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1200" b="1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overallLevelName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Level of the role 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1200" b="1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assessmentName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with an Overall Score of {{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overallScore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}}%</a:t>
            </a:r>
            <a:r>
              <a:rPr lang="en-US" sz="1200" dirty="0">
                <a:solidFill>
                  <a:srgbClr val="183349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. {{ ternary (eq gender "Female") "She" "He" }} Scored 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assessmentSentence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assessment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competencyHighlights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gender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technical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behavioral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competencyImprovements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technical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behavioral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developmentPlanSentence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gender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40000" y="2880000"/>
            <a:ext cx="3238200" cy="82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8" name="Group 1"/>
          <p:cNvGrpSpPr/>
          <p:nvPr/>
        </p:nvGrpSpPr>
        <p:grpSpPr>
          <a:xfrm>
            <a:off x="2894400" y="3960000"/>
            <a:ext cx="1104480" cy="1270604"/>
            <a:chOff x="2894400" y="3960000"/>
            <a:chExt cx="1104480" cy="1270604"/>
          </a:xfrm>
        </p:grpSpPr>
        <p:pic>
          <p:nvPicPr>
            <p:cNvPr id="39" name="Picture 2"/>
            <p:cNvPicPr/>
            <p:nvPr/>
          </p:nvPicPr>
          <p:blipFill>
            <a:blip r:embed="rId5"/>
            <a:stretch/>
          </p:blipFill>
          <p:spPr>
            <a:xfrm>
              <a:off x="2894400" y="396000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0" name="TextBox 2"/>
            <p:cNvSpPr/>
            <p:nvPr/>
          </p:nvSpPr>
          <p:spPr>
            <a:xfrm>
              <a:off x="2912760" y="4026600"/>
              <a:ext cx="1086120" cy="1204004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assessment.[1].score}}{{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=(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concat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chartUrl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assessment.[1].score ".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png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")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=true}}{{/if}}</a:t>
              </a: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1" name="Group 4"/>
          <p:cNvGrpSpPr/>
          <p:nvPr/>
        </p:nvGrpSpPr>
        <p:grpSpPr>
          <a:xfrm>
            <a:off x="4078800" y="3960000"/>
            <a:ext cx="1104480" cy="1113480"/>
            <a:chOff x="4078800" y="3960000"/>
            <a:chExt cx="1104480" cy="1113480"/>
          </a:xfrm>
        </p:grpSpPr>
        <p:pic>
          <p:nvPicPr>
            <p:cNvPr id="42" name="Picture 7"/>
            <p:cNvPicPr/>
            <p:nvPr/>
          </p:nvPicPr>
          <p:blipFill>
            <a:blip r:embed="rId5"/>
            <a:stretch/>
          </p:blipFill>
          <p:spPr>
            <a:xfrm>
              <a:off x="4078800" y="396000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3" name="TextBox 5"/>
            <p:cNvSpPr/>
            <p:nvPr/>
          </p:nvSpPr>
          <p:spPr>
            <a:xfrm>
              <a:off x="4097160" y="4034880"/>
              <a:ext cx="1086120" cy="103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technical.technicalScore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=(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concat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chartUrl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technical.technicalScore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".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png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")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4" name="Group 5"/>
          <p:cNvGrpSpPr/>
          <p:nvPr/>
        </p:nvGrpSpPr>
        <p:grpSpPr>
          <a:xfrm>
            <a:off x="5220000" y="3960000"/>
            <a:ext cx="1104480" cy="1119240"/>
            <a:chOff x="5220000" y="3960000"/>
            <a:chExt cx="1104480" cy="1119240"/>
          </a:xfrm>
        </p:grpSpPr>
        <p:pic>
          <p:nvPicPr>
            <p:cNvPr id="45" name="Picture 8"/>
            <p:cNvPicPr/>
            <p:nvPr/>
          </p:nvPicPr>
          <p:blipFill>
            <a:blip r:embed="rId5"/>
            <a:stretch/>
          </p:blipFill>
          <p:spPr>
            <a:xfrm>
              <a:off x="5220000" y="396000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6" name="TextBox 6"/>
            <p:cNvSpPr/>
            <p:nvPr/>
          </p:nvSpPr>
          <p:spPr>
            <a:xfrm>
              <a:off x="5238360" y="4040640"/>
              <a:ext cx="1086120" cy="103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{{#if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behavioral.behavioralScore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=(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concat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chartUrl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behavioral.behavioralScore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".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png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")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7" name="Group 2"/>
          <p:cNvGrpSpPr/>
          <p:nvPr/>
        </p:nvGrpSpPr>
        <p:grpSpPr>
          <a:xfrm>
            <a:off x="1688760" y="3975120"/>
            <a:ext cx="1111320" cy="905760"/>
            <a:chOff x="1688760" y="3975120"/>
            <a:chExt cx="1111320" cy="905760"/>
          </a:xfrm>
        </p:grpSpPr>
        <p:pic>
          <p:nvPicPr>
            <p:cNvPr id="48" name="Picture 3"/>
            <p:cNvPicPr/>
            <p:nvPr/>
          </p:nvPicPr>
          <p:blipFill>
            <a:blip r:embed="rId5"/>
            <a:stretch/>
          </p:blipFill>
          <p:spPr>
            <a:xfrm>
              <a:off x="1688760" y="3975120"/>
              <a:ext cx="1111320" cy="9046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9" name="TextBox 3"/>
            <p:cNvSpPr/>
            <p:nvPr/>
          </p:nvSpPr>
          <p:spPr>
            <a:xfrm>
              <a:off x="1688760" y="4025160"/>
              <a:ext cx="1086480" cy="855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overallScore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=(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concat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chartUrl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overallScore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".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png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")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50" name="Group 3"/>
          <p:cNvGrpSpPr/>
          <p:nvPr/>
        </p:nvGrpSpPr>
        <p:grpSpPr>
          <a:xfrm>
            <a:off x="6408360" y="3960360"/>
            <a:ext cx="1104480" cy="899280"/>
            <a:chOff x="6408360" y="3960360"/>
            <a:chExt cx="1104480" cy="899280"/>
          </a:xfrm>
        </p:grpSpPr>
        <p:pic>
          <p:nvPicPr>
            <p:cNvPr id="51" name="Picture 6"/>
            <p:cNvPicPr/>
            <p:nvPr/>
          </p:nvPicPr>
          <p:blipFill>
            <a:blip r:embed="rId5"/>
            <a:stretch/>
          </p:blipFill>
          <p:spPr>
            <a:xfrm>
              <a:off x="6408360" y="396036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2" name="TextBox 4"/>
            <p:cNvSpPr/>
            <p:nvPr/>
          </p:nvSpPr>
          <p:spPr>
            <a:xfrm>
              <a:off x="6426720" y="4041000"/>
              <a:ext cx="1086120" cy="54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{{pptxImage src=(concat chartUrl </a:t>
              </a:r>
              <a:r>
                <a:rPr lang="en-US" sz="600" b="0" u="none" strike="noStrike">
                  <a:solidFill>
                    <a:srgbClr val="000000"/>
                  </a:solidFill>
                  <a:effectLst/>
                  <a:uFillTx/>
                  <a:latin typeface="Calibri"/>
                  <a:ea typeface="Microsoft YaHei"/>
                </a:rPr>
                <a:t>cognitive.cognitiveScore</a:t>
              </a:r>
              <a:r>
                <a:rPr lang="en-US" sz="6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".png") usePlaceholderSize=true}}</a:t>
              </a:r>
              <a:endParaRPr lang="fr-FR" sz="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53" name="Group 6"/>
          <p:cNvGrpSpPr/>
          <p:nvPr/>
        </p:nvGrpSpPr>
        <p:grpSpPr>
          <a:xfrm>
            <a:off x="7598160" y="3959280"/>
            <a:ext cx="1104480" cy="1255320"/>
            <a:chOff x="7598160" y="3959280"/>
            <a:chExt cx="1104480" cy="1255320"/>
          </a:xfrm>
        </p:grpSpPr>
        <p:pic>
          <p:nvPicPr>
            <p:cNvPr id="54" name="Picture 9"/>
            <p:cNvPicPr/>
            <p:nvPr/>
          </p:nvPicPr>
          <p:blipFill>
            <a:blip r:embed="rId5"/>
            <a:stretch/>
          </p:blipFill>
          <p:spPr>
            <a:xfrm>
              <a:off x="7598160" y="395928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5" name="TextBox 7"/>
            <p:cNvSpPr/>
            <p:nvPr/>
          </p:nvSpPr>
          <p:spPr>
            <a:xfrm>
              <a:off x="7616520" y="4039920"/>
              <a:ext cx="1086120" cy="1174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personality.personalityScore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}}{{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=(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concat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chartUrl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personality.personalityScore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".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png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") 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7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7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56" name="Group 7"/>
          <p:cNvGrpSpPr/>
          <p:nvPr/>
        </p:nvGrpSpPr>
        <p:grpSpPr>
          <a:xfrm>
            <a:off x="6408720" y="3960720"/>
            <a:ext cx="1104480" cy="1119240"/>
            <a:chOff x="6408720" y="3960720"/>
            <a:chExt cx="1104480" cy="1119240"/>
          </a:xfrm>
        </p:grpSpPr>
        <p:pic>
          <p:nvPicPr>
            <p:cNvPr id="57" name="Picture 10"/>
            <p:cNvPicPr/>
            <p:nvPr/>
          </p:nvPicPr>
          <p:blipFill>
            <a:blip r:embed="rId5"/>
            <a:stretch/>
          </p:blipFill>
          <p:spPr>
            <a:xfrm>
              <a:off x="6408720" y="396072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8" name="TextBox 8"/>
            <p:cNvSpPr/>
            <p:nvPr/>
          </p:nvSpPr>
          <p:spPr>
            <a:xfrm>
              <a:off x="6427080" y="4041360"/>
              <a:ext cx="1086120" cy="103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cognitive.cognitiveScore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=(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concat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chartUrl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cognitive.cognitiveScore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".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png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")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" name="Group 2">
            <a:extLst>
              <a:ext uri="{FF2B5EF4-FFF2-40B4-BE49-F238E27FC236}">
                <a16:creationId xmlns:a16="http://schemas.microsoft.com/office/drawing/2014/main" id="{D1BE41C0-0358-44AF-0E0E-779BDB6DEF26}"/>
              </a:ext>
            </a:extLst>
          </p:cNvPr>
          <p:cNvGrpSpPr/>
          <p:nvPr/>
        </p:nvGrpSpPr>
        <p:grpSpPr>
          <a:xfrm>
            <a:off x="8297897" y="32778"/>
            <a:ext cx="769371" cy="553104"/>
            <a:chOff x="1688760" y="3975120"/>
            <a:chExt cx="1111320" cy="904680"/>
          </a:xfrm>
        </p:grpSpPr>
        <p:pic>
          <p:nvPicPr>
            <p:cNvPr id="3" name="Picture 3">
              <a:extLst>
                <a:ext uri="{FF2B5EF4-FFF2-40B4-BE49-F238E27FC236}">
                  <a16:creationId xmlns:a16="http://schemas.microsoft.com/office/drawing/2014/main" id="{C2C873BC-3476-0DF8-97B3-584E9ADB6A3F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688760" y="3975120"/>
              <a:ext cx="1111320" cy="9046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ECE6382-EF4D-C916-1E41-D37407783836}"/>
                </a:ext>
              </a:extLst>
            </p:cNvPr>
            <p:cNvSpPr/>
            <p:nvPr/>
          </p:nvSpPr>
          <p:spPr>
            <a:xfrm>
              <a:off x="1688760" y="4025162"/>
              <a:ext cx="1086480" cy="834672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logo1}}{{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=logo1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pic>
        <p:nvPicPr>
          <p:cNvPr id="6" name="Picture 4">
            <a:extLst>
              <a:ext uri="{FF2B5EF4-FFF2-40B4-BE49-F238E27FC236}">
                <a16:creationId xmlns:a16="http://schemas.microsoft.com/office/drawing/2014/main" id="{578F6890-47F4-638F-4CE1-821E6CB8D42A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TextBox 23">
            <a:extLst>
              <a:ext uri="{FF2B5EF4-FFF2-40B4-BE49-F238E27FC236}">
                <a16:creationId xmlns:a16="http://schemas.microsoft.com/office/drawing/2014/main" id="{10CC6591-E6EA-6935-96E5-B48B04DDC03A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7" name="TextBox 21">
            <a:extLst>
              <a:ext uri="{FF2B5EF4-FFF2-40B4-BE49-F238E27FC236}">
                <a16:creationId xmlns:a16="http://schemas.microsoft.com/office/drawing/2014/main" id="{D00A7AC3-1A2E-13D1-4C2E-9DDC954306A8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26462E0-9001-F38B-E66F-8E57CB4F40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20" y="-3810"/>
            <a:ext cx="9135880" cy="5143500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5</a:t>
            </a:r>
            <a:endParaRPr lang="en-US" sz="8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59B00A9-038D-ADDA-9883-5DBAE4CA0B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2098" y="1201191"/>
            <a:ext cx="745382" cy="2881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41277C5-726F-BA39-DC93-06DA4599A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2218" y="1210525"/>
            <a:ext cx="745382" cy="2881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007682-7FD1-238A-BB82-F1B3BC1875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1209502"/>
            <a:ext cx="745382" cy="2881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8526434-3D4A-A923-807F-9F6DFC9809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458" y="1209501"/>
            <a:ext cx="745382" cy="2881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A49E54A-F949-2255-3559-E34FC29A96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2578" y="1201190"/>
            <a:ext cx="745382" cy="28817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054C240-82E5-BD76-5DE9-13C36076F2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698" y="1209500"/>
            <a:ext cx="745382" cy="288177"/>
          </a:xfrm>
          <a:prstGeom prst="rect">
            <a:avLst/>
          </a:prstGeom>
        </p:spPr>
      </p:pic>
      <p:sp>
        <p:nvSpPr>
          <p:cNvPr id="10" name="Text 5">
            <a:extLst>
              <a:ext uri="{FF2B5EF4-FFF2-40B4-BE49-F238E27FC236}">
                <a16:creationId xmlns:a16="http://schemas.microsoft.com/office/drawing/2014/main" id="{3E0009E0-4DEA-68DE-6CD7-040A3B63201F}"/>
              </a:ext>
            </a:extLst>
          </p:cNvPr>
          <p:cNvSpPr/>
          <p:nvPr/>
        </p:nvSpPr>
        <p:spPr>
          <a:xfrm>
            <a:off x="1696120" y="1172734"/>
            <a:ext cx="1206860" cy="2881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{{#pptxStyle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textColor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=(ternary (eq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interview.emotion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"joy") "00FF00" "004953")}}</a:t>
            </a:r>
            <a:r>
              <a:rPr lang="en-US" sz="11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Joy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{{/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pptxStyle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13163DD4-D296-9B0B-C707-39CF43E3B3E9}"/>
              </a:ext>
            </a:extLst>
          </p:cNvPr>
          <p:cNvSpPr/>
          <p:nvPr/>
        </p:nvSpPr>
        <p:spPr>
          <a:xfrm>
            <a:off x="3672049" y="1176793"/>
            <a:ext cx="1159492" cy="2840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{{#pptxStyle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textColor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=(ternary (eq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interview.emotion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"neutral") "00FF00" "004953")}}</a:t>
            </a:r>
            <a:r>
              <a:rPr lang="en-US" sz="11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{{/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pptxStyle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1F485E7-9886-E7CA-0642-380DAD53C0BA}"/>
              </a:ext>
            </a:extLst>
          </p:cNvPr>
          <p:cNvSpPr/>
          <p:nvPr/>
        </p:nvSpPr>
        <p:spPr>
          <a:xfrm>
            <a:off x="4635023" y="1185243"/>
            <a:ext cx="1093213" cy="2840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{{#pptxStyle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textColor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=(ternary (eq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interview.emotion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"sad") "00FF00" "004953")}}</a:t>
            </a:r>
            <a:r>
              <a:rPr lang="en-US" sz="11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Sad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{{/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pptxStyle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EC744D51-BC5F-9029-0251-76391CA043FF}"/>
              </a:ext>
            </a:extLst>
          </p:cNvPr>
          <p:cNvSpPr/>
          <p:nvPr/>
        </p:nvSpPr>
        <p:spPr>
          <a:xfrm>
            <a:off x="6752698" y="1213659"/>
            <a:ext cx="745382" cy="2840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51F55AD-2321-6E2C-7792-ABD0A7F6B1F1}"/>
              </a:ext>
            </a:extLst>
          </p:cNvPr>
          <p:cNvSpPr/>
          <p:nvPr/>
        </p:nvSpPr>
        <p:spPr>
          <a:xfrm>
            <a:off x="450428" y="736599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BCDAD606-9527-3A7E-14F0-9BBE07743824}"/>
              </a:ext>
            </a:extLst>
          </p:cNvPr>
          <p:cNvSpPr/>
          <p:nvPr/>
        </p:nvSpPr>
        <p:spPr>
          <a:xfrm>
            <a:off x="548640" y="18288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>
              <a:lnSpc>
                <a:spcPts val="1200"/>
              </a:lnSpc>
            </a:pPr>
            <a:endParaRPr lang="en-US" sz="8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241E4D8B-E251-772F-0EF4-84891CB845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4026" y="1204604"/>
            <a:ext cx="745382" cy="288177"/>
          </a:xfrm>
          <a:prstGeom prst="rect">
            <a:avLst/>
          </a:prstGeom>
        </p:spPr>
      </p:pic>
      <p:sp>
        <p:nvSpPr>
          <p:cNvPr id="16" name="Text 17">
            <a:extLst>
              <a:ext uri="{FF2B5EF4-FFF2-40B4-BE49-F238E27FC236}">
                <a16:creationId xmlns:a16="http://schemas.microsoft.com/office/drawing/2014/main" id="{2179B798-A24A-90F9-A150-76CD1DCE0620}"/>
              </a:ext>
            </a:extLst>
          </p:cNvPr>
          <p:cNvSpPr/>
          <p:nvPr/>
        </p:nvSpPr>
        <p:spPr>
          <a:xfrm>
            <a:off x="7472420" y="1132825"/>
            <a:ext cx="1129965" cy="2881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{{#pptxStyle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textColor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=(ternary (eq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interview.emotion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"disgust") "00FF00" "004953")}}</a:t>
            </a:r>
          </a:p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r>
              <a:rPr lang="en-US" sz="11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Disgust</a:t>
            </a:r>
          </a:p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{{/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pptxStyle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</a:p>
        </p:txBody>
      </p:sp>
      <p:graphicFrame>
        <p:nvGraphicFramePr>
          <p:cNvPr id="3" name="Chart 0">
            <a:extLst>
              <a:ext uri="{FF2B5EF4-FFF2-40B4-BE49-F238E27FC236}">
                <a16:creationId xmlns:a16="http://schemas.microsoft.com/office/drawing/2014/main" id="{853776A5-91D4-FC0C-8841-172FF6A25A0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6508676"/>
              </p:ext>
            </p:extLst>
          </p:nvPr>
        </p:nvGraphicFramePr>
        <p:xfrm>
          <a:off x="5145388" y="2044338"/>
          <a:ext cx="3538728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9" name="Text 17">
            <a:extLst>
              <a:ext uri="{FF2B5EF4-FFF2-40B4-BE49-F238E27FC236}">
                <a16:creationId xmlns:a16="http://schemas.microsoft.com/office/drawing/2014/main" id="{24C5BD76-E26A-0B77-4EAF-C83D9F0D54CB}"/>
              </a:ext>
            </a:extLst>
          </p:cNvPr>
          <p:cNvSpPr/>
          <p:nvPr/>
        </p:nvSpPr>
        <p:spPr>
          <a:xfrm>
            <a:off x="6538103" y="1151868"/>
            <a:ext cx="1094406" cy="2881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{{#pptxStyle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textColor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=(ternary (eq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interview.emotion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"angry") "00FF00" "004953")}}</a:t>
            </a:r>
            <a:r>
              <a:rPr lang="en-US" sz="11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Angry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{{/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pptxStyle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DA49AD-4EEA-32EE-345A-B56738D3A3BA}"/>
              </a:ext>
            </a:extLst>
          </p:cNvPr>
          <p:cNvSpPr txBox="1"/>
          <p:nvPr/>
        </p:nvSpPr>
        <p:spPr>
          <a:xfrm>
            <a:off x="3463047" y="648511"/>
            <a:ext cx="512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fr-FR" dirty="0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BBF0B7EC-279B-55FC-B208-A63D97048A05}"/>
              </a:ext>
            </a:extLst>
          </p:cNvPr>
          <p:cNvSpPr/>
          <p:nvPr/>
        </p:nvSpPr>
        <p:spPr>
          <a:xfrm>
            <a:off x="2704293" y="1177716"/>
            <a:ext cx="1206860" cy="2881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{{#pptxStyle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textColor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=(ternary (eq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interview.emotion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"surprise") "00FF00" "004953")}}</a:t>
            </a:r>
            <a:r>
              <a:rPr lang="en-US" sz="11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Surprise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{{/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pptxStyle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CB96370D-F421-4B63-B438-0BA88F3F98CF}"/>
              </a:ext>
            </a:extLst>
          </p:cNvPr>
          <p:cNvSpPr/>
          <p:nvPr/>
        </p:nvSpPr>
        <p:spPr>
          <a:xfrm>
            <a:off x="5574822" y="1171134"/>
            <a:ext cx="1093213" cy="2840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{{#pptxStyle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textColor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=(ternary (eq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interview.emotion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"fear") "00FF00" "004953")}}</a:t>
            </a:r>
            <a:r>
              <a:rPr lang="en-US" sz="11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{{/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pptxStyle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7FF2B8-4EBD-B008-44AB-0D6CD611F43D}"/>
              </a:ext>
            </a:extLst>
          </p:cNvPr>
          <p:cNvSpPr txBox="1"/>
          <p:nvPr/>
        </p:nvSpPr>
        <p:spPr>
          <a:xfrm>
            <a:off x="476818" y="2105113"/>
            <a:ext cx="4577783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rgbClr val="002060"/>
                </a:solidFill>
              </a:rPr>
              <a:t>{{</a:t>
            </a:r>
            <a:r>
              <a:rPr lang="fr-FR" sz="1600" dirty="0" err="1">
                <a:solidFill>
                  <a:srgbClr val="002060"/>
                </a:solidFill>
              </a:rPr>
              <a:t>interviewSummary</a:t>
            </a:r>
            <a:r>
              <a:rPr lang="fr-FR" sz="1600" dirty="0">
                <a:solidFill>
                  <a:srgbClr val="002060"/>
                </a:solidFill>
              </a:rPr>
              <a:t> interview </a:t>
            </a:r>
            <a:r>
              <a:rPr lang="fr-FR" sz="1600" dirty="0" err="1">
                <a:solidFill>
                  <a:srgbClr val="002060"/>
                </a:solidFill>
              </a:rPr>
              <a:t>gender</a:t>
            </a:r>
            <a:r>
              <a:rPr lang="fr-FR" sz="1600" dirty="0">
                <a:solidFill>
                  <a:srgbClr val="002060"/>
                </a:solidFill>
              </a:rPr>
              <a:t> </a:t>
            </a:r>
            <a:r>
              <a:rPr lang="fr-FR" sz="1600" dirty="0" err="1">
                <a:solidFill>
                  <a:srgbClr val="002060"/>
                </a:solidFill>
              </a:rPr>
              <a:t>firstName</a:t>
            </a:r>
            <a:r>
              <a:rPr lang="fr-FR" sz="1600" dirty="0">
                <a:solidFill>
                  <a:srgbClr val="002060"/>
                </a:solidFill>
              </a:rPr>
              <a:t>}} </a:t>
            </a:r>
          </a:p>
          <a:p>
            <a:endParaRPr lang="fr-FR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8EE6A3B-34BC-6B58-4AAA-4AC5D2C6AA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40080" y="134874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Leadership Competencies Scores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76361987-FB9D-39BF-76D0-283C4CD8D018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71C608A0-DADA-EBFD-FECE-1CEF063CBFCF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" name="Picture 5">
            <a:extLst>
              <a:ext uri="{FF2B5EF4-FFF2-40B4-BE49-F238E27FC236}">
                <a16:creationId xmlns:a16="http://schemas.microsoft.com/office/drawing/2014/main" id="{1714ACDC-A2B7-092B-8CDA-8FA9B6CD5AC3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Picture 18">
            <a:extLst>
              <a:ext uri="{FF2B5EF4-FFF2-40B4-BE49-F238E27FC236}">
                <a16:creationId xmlns:a16="http://schemas.microsoft.com/office/drawing/2014/main" id="{6A5043C4-2BE5-308D-97C4-B0EA80A454E7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" name="Picture 19">
            <a:extLst>
              <a:ext uri="{FF2B5EF4-FFF2-40B4-BE49-F238E27FC236}">
                <a16:creationId xmlns:a16="http://schemas.microsoft.com/office/drawing/2014/main" id="{103DC32D-04D9-E1CB-9F56-7C8C1DCF18E6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Box 21">
            <a:extLst>
              <a:ext uri="{FF2B5EF4-FFF2-40B4-BE49-F238E27FC236}">
                <a16:creationId xmlns:a16="http://schemas.microsoft.com/office/drawing/2014/main" id="{1B5E6C73-7113-6DC4-C6AA-1AECB33B7BFD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B05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03D584-CF71-1CE2-8981-9487794B907E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B05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5" name="TextBox 1">
            <a:extLst>
              <a:ext uri="{FF2B5EF4-FFF2-40B4-BE49-F238E27FC236}">
                <a16:creationId xmlns:a16="http://schemas.microsoft.com/office/drawing/2014/main" id="{851E7751-07E9-F128-C8A6-15C8C602904F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B05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6" name="Picture 4">
            <a:extLst>
              <a:ext uri="{FF2B5EF4-FFF2-40B4-BE49-F238E27FC236}">
                <a16:creationId xmlns:a16="http://schemas.microsoft.com/office/drawing/2014/main" id="{A933AE2D-6328-9C7F-DEF8-551550C68606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TextBox 23">
            <a:extLst>
              <a:ext uri="{FF2B5EF4-FFF2-40B4-BE49-F238E27FC236}">
                <a16:creationId xmlns:a16="http://schemas.microsoft.com/office/drawing/2014/main" id="{DE79CE4E-C58F-566F-5707-3C6E32E91B07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B05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8" name="TextBox 21">
            <a:extLst>
              <a:ext uri="{FF2B5EF4-FFF2-40B4-BE49-F238E27FC236}">
                <a16:creationId xmlns:a16="http://schemas.microsoft.com/office/drawing/2014/main" id="{EFE8757F-D45D-C0AD-A13F-14010A6E5F29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B05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47FD4-E30F-8729-18F0-C092ADFD0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0443AD4-E6FD-4C3B-47FB-4420F1656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FAC40A6-0D9B-3AAF-9369-C73E41A0E937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2C8BE40-F260-8C98-9FC4-7759AFFB52F7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A22E59D4-563F-C739-7BE6-62F3CE17620C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FEEEBD-DBE9-B1B1-3415-C840D24E830E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" name="Picture 5">
            <a:extLst>
              <a:ext uri="{FF2B5EF4-FFF2-40B4-BE49-F238E27FC236}">
                <a16:creationId xmlns:a16="http://schemas.microsoft.com/office/drawing/2014/main" id="{5604C2B0-7372-ACED-3101-8281FB0F6F41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" name="Picture 18">
            <a:extLst>
              <a:ext uri="{FF2B5EF4-FFF2-40B4-BE49-F238E27FC236}">
                <a16:creationId xmlns:a16="http://schemas.microsoft.com/office/drawing/2014/main" id="{F05BDD38-4648-AE5B-2918-0213D611CC02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Picture 19">
            <a:extLst>
              <a:ext uri="{FF2B5EF4-FFF2-40B4-BE49-F238E27FC236}">
                <a16:creationId xmlns:a16="http://schemas.microsoft.com/office/drawing/2014/main" id="{D8D9A7F3-9BAC-43ED-8A01-03B9CF9CDE14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5C73998-EFAF-2B46-CE11-4163DDCB72BC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B05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5D3BF24-4B95-DE93-648A-F7B5EED1D8B3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B05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4" name="TextBox 1">
            <a:extLst>
              <a:ext uri="{FF2B5EF4-FFF2-40B4-BE49-F238E27FC236}">
                <a16:creationId xmlns:a16="http://schemas.microsoft.com/office/drawing/2014/main" id="{5B2A9546-40F4-E713-24CE-043B6F29AE06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B05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5" name="Picture 4">
            <a:extLst>
              <a:ext uri="{FF2B5EF4-FFF2-40B4-BE49-F238E27FC236}">
                <a16:creationId xmlns:a16="http://schemas.microsoft.com/office/drawing/2014/main" id="{6ACECB1D-41BE-234A-F056-AF11D2ABF3F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TextBox 23">
            <a:extLst>
              <a:ext uri="{FF2B5EF4-FFF2-40B4-BE49-F238E27FC236}">
                <a16:creationId xmlns:a16="http://schemas.microsoft.com/office/drawing/2014/main" id="{B508217C-CF7D-3E30-5077-712859141EE3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B05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7" name="TextBox 21">
            <a:extLst>
              <a:ext uri="{FF2B5EF4-FFF2-40B4-BE49-F238E27FC236}">
                <a16:creationId xmlns:a16="http://schemas.microsoft.com/office/drawing/2014/main" id="{13F2D7B3-94F6-DEC1-69FF-08803FBFC2D5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B05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  <p:extLst>
      <p:ext uri="{BB962C8B-B14F-4D97-AF65-F5344CB8AC3E}">
        <p14:creationId xmlns:p14="http://schemas.microsoft.com/office/powerpoint/2010/main" val="1660675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D35AB6E-205C-A699-7811-5DF4B4318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0204575"/>
              </p:ext>
            </p:extLst>
          </p:nvPr>
        </p:nvGraphicFramePr>
        <p:xfrm>
          <a:off x="504279" y="1216152"/>
          <a:ext cx="8136000" cy="3024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1498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55086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25575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7123417"/>
                  </a:ext>
                </a:extLst>
              </a:tr>
            </a:tbl>
          </a:graphicData>
        </a:graphic>
      </p:graphicFrame>
      <p:sp>
        <p:nvSpPr>
          <p:cNvPr id="2" name="Text 15">
            <a:extLst>
              <a:ext uri="{FF2B5EF4-FFF2-40B4-BE49-F238E27FC236}">
                <a16:creationId xmlns:a16="http://schemas.microsoft.com/office/drawing/2014/main" id="{F98F8978-CE90-59E2-34F8-979CC105BAC1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2CF16BE2-1E65-4898-5FBA-366CF8312A87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Picture 5">
            <a:extLst>
              <a:ext uri="{FF2B5EF4-FFF2-40B4-BE49-F238E27FC236}">
                <a16:creationId xmlns:a16="http://schemas.microsoft.com/office/drawing/2014/main" id="{6CC485CF-28CE-15F3-E5FF-3F13A1633CDF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" name="Picture 18">
            <a:extLst>
              <a:ext uri="{FF2B5EF4-FFF2-40B4-BE49-F238E27FC236}">
                <a16:creationId xmlns:a16="http://schemas.microsoft.com/office/drawing/2014/main" id="{24FAD532-81F2-9D39-5F7F-D7382904B18A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Picture 19">
            <a:extLst>
              <a:ext uri="{FF2B5EF4-FFF2-40B4-BE49-F238E27FC236}">
                <a16:creationId xmlns:a16="http://schemas.microsoft.com/office/drawing/2014/main" id="{04376E1E-1ABC-7C8F-6C4B-9F911C1828AE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4162352-7F28-FE4B-B170-0BB69704118A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B05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3857F508-8C6B-7F41-C804-8E09A085CD81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B05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4" name="TextBox 1">
            <a:extLst>
              <a:ext uri="{FF2B5EF4-FFF2-40B4-BE49-F238E27FC236}">
                <a16:creationId xmlns:a16="http://schemas.microsoft.com/office/drawing/2014/main" id="{E4D98085-253B-2463-39F8-DFACAB236BF6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B05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5" name="Picture 4">
            <a:extLst>
              <a:ext uri="{FF2B5EF4-FFF2-40B4-BE49-F238E27FC236}">
                <a16:creationId xmlns:a16="http://schemas.microsoft.com/office/drawing/2014/main" id="{7DDA85E5-7FE1-DEB1-32AB-E89F264B7B24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TextBox 23">
            <a:extLst>
              <a:ext uri="{FF2B5EF4-FFF2-40B4-BE49-F238E27FC236}">
                <a16:creationId xmlns:a16="http://schemas.microsoft.com/office/drawing/2014/main" id="{FE651BE5-851A-6491-AAB1-D3D5D653649F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B05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7" name="TextBox 21">
            <a:extLst>
              <a:ext uri="{FF2B5EF4-FFF2-40B4-BE49-F238E27FC236}">
                <a16:creationId xmlns:a16="http://schemas.microsoft.com/office/drawing/2014/main" id="{A1C8E644-4561-01C5-D727-F8984C416C79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B05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0F0297-9E2F-8810-9D60-9DC6ED2E4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40080" y="134874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Technical Competencies Scores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E7919C8F-EB0D-451C-AFE6-FD1ADDCEF973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314C181C-DC34-B7B1-1D7C-253C65A35371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" name="Picture 5">
            <a:extLst>
              <a:ext uri="{FF2B5EF4-FFF2-40B4-BE49-F238E27FC236}">
                <a16:creationId xmlns:a16="http://schemas.microsoft.com/office/drawing/2014/main" id="{23563FFE-0272-2887-6A0E-B701B9D535D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Picture 18">
            <a:extLst>
              <a:ext uri="{FF2B5EF4-FFF2-40B4-BE49-F238E27FC236}">
                <a16:creationId xmlns:a16="http://schemas.microsoft.com/office/drawing/2014/main" id="{B6D49F36-6320-AB3A-D2E3-EEB73E65564B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" name="Picture 19">
            <a:extLst>
              <a:ext uri="{FF2B5EF4-FFF2-40B4-BE49-F238E27FC236}">
                <a16:creationId xmlns:a16="http://schemas.microsoft.com/office/drawing/2014/main" id="{B907572E-C9C6-49A7-2FE6-5D174E17607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Box 21">
            <a:extLst>
              <a:ext uri="{FF2B5EF4-FFF2-40B4-BE49-F238E27FC236}">
                <a16:creationId xmlns:a16="http://schemas.microsoft.com/office/drawing/2014/main" id="{7DBA362A-354E-AF81-D7A3-A377B0EA1455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B05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95CA2A-173E-89EF-4F18-6DE6786DA8D8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B05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5" name="TextBox 1">
            <a:extLst>
              <a:ext uri="{FF2B5EF4-FFF2-40B4-BE49-F238E27FC236}">
                <a16:creationId xmlns:a16="http://schemas.microsoft.com/office/drawing/2014/main" id="{F7A3EF03-E9F9-6C51-8F23-17ACC17EFAC8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B05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6" name="Picture 4">
            <a:extLst>
              <a:ext uri="{FF2B5EF4-FFF2-40B4-BE49-F238E27FC236}">
                <a16:creationId xmlns:a16="http://schemas.microsoft.com/office/drawing/2014/main" id="{1A366404-A3BA-DCFC-90E7-0389D6EA962D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TextBox 23">
            <a:extLst>
              <a:ext uri="{FF2B5EF4-FFF2-40B4-BE49-F238E27FC236}">
                <a16:creationId xmlns:a16="http://schemas.microsoft.com/office/drawing/2014/main" id="{9117759F-1D59-BF19-EEE8-F2E60993833C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B05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8" name="TextBox 21">
            <a:extLst>
              <a:ext uri="{FF2B5EF4-FFF2-40B4-BE49-F238E27FC236}">
                <a16:creationId xmlns:a16="http://schemas.microsoft.com/office/drawing/2014/main" id="{557BFF09-0770-79BC-B1FA-790B9C1F1BA4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B05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D96D6-98D5-22DE-35A0-E9491405B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7A3E995-E0EB-F145-40B4-EEF93CFB0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E4FCBEF-607F-8628-9D15-79BD4E5F94B0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AFFF5E8-BDF8-2323-FFAB-45FB180DE2F2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F17B56F2-D3CD-6359-2331-DE24B7CDA16B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30" name="Picture 4">
            <a:extLst>
              <a:ext uri="{FF2B5EF4-FFF2-40B4-BE49-F238E27FC236}">
                <a16:creationId xmlns:a16="http://schemas.microsoft.com/office/drawing/2014/main" id="{8A2978B7-BFF2-A81F-B3FA-B52AB727535E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" name="Picture 5">
            <a:extLst>
              <a:ext uri="{FF2B5EF4-FFF2-40B4-BE49-F238E27FC236}">
                <a16:creationId xmlns:a16="http://schemas.microsoft.com/office/drawing/2014/main" id="{D4E7F2B5-8FF8-1327-266F-5F805E05577D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" name="Picture 18">
            <a:extLst>
              <a:ext uri="{FF2B5EF4-FFF2-40B4-BE49-F238E27FC236}">
                <a16:creationId xmlns:a16="http://schemas.microsoft.com/office/drawing/2014/main" id="{30126089-5371-46FE-31AC-B61640BC94F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" name="Picture 19">
            <a:extLst>
              <a:ext uri="{FF2B5EF4-FFF2-40B4-BE49-F238E27FC236}">
                <a16:creationId xmlns:a16="http://schemas.microsoft.com/office/drawing/2014/main" id="{ABA8DE1E-F3AF-4AD9-0D17-B6AADF16DA54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TextBox 21">
            <a:extLst>
              <a:ext uri="{FF2B5EF4-FFF2-40B4-BE49-F238E27FC236}">
                <a16:creationId xmlns:a16="http://schemas.microsoft.com/office/drawing/2014/main" id="{1128644F-4896-329A-92FC-E95F5C6A7A8B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B05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35" name="TextBox 23">
            <a:extLst>
              <a:ext uri="{FF2B5EF4-FFF2-40B4-BE49-F238E27FC236}">
                <a16:creationId xmlns:a16="http://schemas.microsoft.com/office/drawing/2014/main" id="{2C8711E7-22E0-E31D-F0E7-463DDD5564FE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B05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103A1C71-F0CA-2826-6588-5F42C98CDE3F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B05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37" name="Picture 4">
            <a:extLst>
              <a:ext uri="{FF2B5EF4-FFF2-40B4-BE49-F238E27FC236}">
                <a16:creationId xmlns:a16="http://schemas.microsoft.com/office/drawing/2014/main" id="{CBB10B5C-751C-EB5C-8C80-C3076D174950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TextBox 23">
            <a:extLst>
              <a:ext uri="{FF2B5EF4-FFF2-40B4-BE49-F238E27FC236}">
                <a16:creationId xmlns:a16="http://schemas.microsoft.com/office/drawing/2014/main" id="{07F4C5AF-A500-3929-291D-BCCA5B7656D7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B05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39" name="TextBox 21">
            <a:extLst>
              <a:ext uri="{FF2B5EF4-FFF2-40B4-BE49-F238E27FC236}">
                <a16:creationId xmlns:a16="http://schemas.microsoft.com/office/drawing/2014/main" id="{85645603-E093-68AF-3E40-B3BBB49B9BA7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B05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  <p:extLst>
      <p:ext uri="{BB962C8B-B14F-4D97-AF65-F5344CB8AC3E}">
        <p14:creationId xmlns:p14="http://schemas.microsoft.com/office/powerpoint/2010/main" val="20960459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BCAD44-0B85-6D23-8D59-48502CAA6F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F5CB4331-3637-3FF1-06B3-E1DF369929D3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aphicFrame>
        <p:nvGraphicFramePr>
          <p:cNvPr id="29" name="Table 0">
            <a:extLst>
              <a:ext uri="{FF2B5EF4-FFF2-40B4-BE49-F238E27FC236}">
                <a16:creationId xmlns:a16="http://schemas.microsoft.com/office/drawing/2014/main" id="{A2D15409-12B1-BBF4-D3AE-EBDC25C68C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2449056"/>
              </p:ext>
            </p:extLst>
          </p:nvPr>
        </p:nvGraphicFramePr>
        <p:xfrm>
          <a:off x="505755" y="1216152"/>
          <a:ext cx="8136000" cy="3528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2715506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4266776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4097996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2471752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8980822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3D358DB8-B9C7-D349-6093-625ABDB0DE9B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" name="Picture 5">
            <a:extLst>
              <a:ext uri="{FF2B5EF4-FFF2-40B4-BE49-F238E27FC236}">
                <a16:creationId xmlns:a16="http://schemas.microsoft.com/office/drawing/2014/main" id="{AB8789B9-4065-871A-C68A-98B00AD7A225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Picture 18">
            <a:extLst>
              <a:ext uri="{FF2B5EF4-FFF2-40B4-BE49-F238E27FC236}">
                <a16:creationId xmlns:a16="http://schemas.microsoft.com/office/drawing/2014/main" id="{67695781-F56D-4B94-7FDC-E0FA6E98C2CE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Picture 19">
            <a:extLst>
              <a:ext uri="{FF2B5EF4-FFF2-40B4-BE49-F238E27FC236}">
                <a16:creationId xmlns:a16="http://schemas.microsoft.com/office/drawing/2014/main" id="{59E75074-8AE8-F1A8-0B18-5FFDF63767C2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TextBox 21">
            <a:extLst>
              <a:ext uri="{FF2B5EF4-FFF2-40B4-BE49-F238E27FC236}">
                <a16:creationId xmlns:a16="http://schemas.microsoft.com/office/drawing/2014/main" id="{72AD72EC-DC09-CE3A-9E60-3DB504B05C90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B05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19" name="TextBox 23">
            <a:extLst>
              <a:ext uri="{FF2B5EF4-FFF2-40B4-BE49-F238E27FC236}">
                <a16:creationId xmlns:a16="http://schemas.microsoft.com/office/drawing/2014/main" id="{B7F3FDE5-2E43-FFB4-67B2-A227EC69B85C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B05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0" name="TextBox 1">
            <a:extLst>
              <a:ext uri="{FF2B5EF4-FFF2-40B4-BE49-F238E27FC236}">
                <a16:creationId xmlns:a16="http://schemas.microsoft.com/office/drawing/2014/main" id="{C2CF4C81-F946-513A-5C43-90766F1DD0E8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B05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1" name="Picture 4">
            <a:extLst>
              <a:ext uri="{FF2B5EF4-FFF2-40B4-BE49-F238E27FC236}">
                <a16:creationId xmlns:a16="http://schemas.microsoft.com/office/drawing/2014/main" id="{2F4044B3-ABB7-815A-B22A-DB974C1657DD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Box 23">
            <a:extLst>
              <a:ext uri="{FF2B5EF4-FFF2-40B4-BE49-F238E27FC236}">
                <a16:creationId xmlns:a16="http://schemas.microsoft.com/office/drawing/2014/main" id="{D01713A3-7CA7-6F0E-E907-1CFE2E75776F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B05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3" name="TextBox 21">
            <a:extLst>
              <a:ext uri="{FF2B5EF4-FFF2-40B4-BE49-F238E27FC236}">
                <a16:creationId xmlns:a16="http://schemas.microsoft.com/office/drawing/2014/main" id="{33EDD1C9-1B11-E568-88D8-6AB389B158E1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B05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AE2D-E340-E3DB-AEBF-81AA15C5D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B411E51-4A9A-6A56-589B-40EB1C43B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3C8497B1-CF24-9115-62C1-1610D76F0F69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FC7A5879-5971-B844-1318-86D1EDD17FC9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D49391FA-2DDB-6CBA-792A-0C952A6E6BCF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aphicFrame>
        <p:nvGraphicFramePr>
          <p:cNvPr id="29" name="Table 0">
            <a:extLst>
              <a:ext uri="{FF2B5EF4-FFF2-40B4-BE49-F238E27FC236}">
                <a16:creationId xmlns:a16="http://schemas.microsoft.com/office/drawing/2014/main" id="{D112967E-D3D1-0D80-6816-E42BFBF057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695474"/>
              </p:ext>
            </p:extLst>
          </p:nvPr>
        </p:nvGraphicFramePr>
        <p:xfrm>
          <a:off x="505753" y="1216152"/>
          <a:ext cx="8136000" cy="3528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80082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16688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383822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8899118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6528490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B0BA70BB-E9B6-E314-A25B-8DEAA6DB19E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" name="Picture 5">
            <a:extLst>
              <a:ext uri="{FF2B5EF4-FFF2-40B4-BE49-F238E27FC236}">
                <a16:creationId xmlns:a16="http://schemas.microsoft.com/office/drawing/2014/main" id="{569E0B0B-43B2-B742-9907-9FDB5F45E5B1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Picture 18">
            <a:extLst>
              <a:ext uri="{FF2B5EF4-FFF2-40B4-BE49-F238E27FC236}">
                <a16:creationId xmlns:a16="http://schemas.microsoft.com/office/drawing/2014/main" id="{2F197912-456B-E047-DF71-8D633363C095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Picture 19">
            <a:extLst>
              <a:ext uri="{FF2B5EF4-FFF2-40B4-BE49-F238E27FC236}">
                <a16:creationId xmlns:a16="http://schemas.microsoft.com/office/drawing/2014/main" id="{0B26D1A8-47D1-7C16-41F1-1D6E8B9BD62E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TextBox 21">
            <a:extLst>
              <a:ext uri="{FF2B5EF4-FFF2-40B4-BE49-F238E27FC236}">
                <a16:creationId xmlns:a16="http://schemas.microsoft.com/office/drawing/2014/main" id="{C5AAA131-E0AD-D545-248B-501149AE748A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B05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19" name="TextBox 23">
            <a:extLst>
              <a:ext uri="{FF2B5EF4-FFF2-40B4-BE49-F238E27FC236}">
                <a16:creationId xmlns:a16="http://schemas.microsoft.com/office/drawing/2014/main" id="{22FAB4C4-DB4F-654E-69AC-48BD421B0338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B05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0" name="TextBox 1">
            <a:extLst>
              <a:ext uri="{FF2B5EF4-FFF2-40B4-BE49-F238E27FC236}">
                <a16:creationId xmlns:a16="http://schemas.microsoft.com/office/drawing/2014/main" id="{66B7E86C-8506-5288-BB73-97E97C93D7BB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B05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1" name="Picture 4">
            <a:extLst>
              <a:ext uri="{FF2B5EF4-FFF2-40B4-BE49-F238E27FC236}">
                <a16:creationId xmlns:a16="http://schemas.microsoft.com/office/drawing/2014/main" id="{3E4967B2-0672-022F-C5AC-5E35B17DBBCE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Box 23">
            <a:extLst>
              <a:ext uri="{FF2B5EF4-FFF2-40B4-BE49-F238E27FC236}">
                <a16:creationId xmlns:a16="http://schemas.microsoft.com/office/drawing/2014/main" id="{9DE48B14-F39B-B164-7AEE-639AF9ADCAD0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B05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3" name="TextBox 21">
            <a:extLst>
              <a:ext uri="{FF2B5EF4-FFF2-40B4-BE49-F238E27FC236}">
                <a16:creationId xmlns:a16="http://schemas.microsoft.com/office/drawing/2014/main" id="{9A7F78EF-B73D-EF21-660F-72336EDA4FFA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B05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  <p:extLst>
      <p:ext uri="{BB962C8B-B14F-4D97-AF65-F5344CB8AC3E}">
        <p14:creationId xmlns:p14="http://schemas.microsoft.com/office/powerpoint/2010/main" val="461229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5CF5729-1B19-F43C-5AF1-53E760D42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13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40080" y="134874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Behavioral Competencies Scores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417CFDBA-0023-5BE2-04FA-57BCBE3FA0F3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C2D879-F194-2FC0-7D72-6DF774CDD407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" name="Picture 5">
            <a:extLst>
              <a:ext uri="{FF2B5EF4-FFF2-40B4-BE49-F238E27FC236}">
                <a16:creationId xmlns:a16="http://schemas.microsoft.com/office/drawing/2014/main" id="{D117E70A-A6AC-F76C-77F8-4B0BB1B5BB1D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Picture 18">
            <a:extLst>
              <a:ext uri="{FF2B5EF4-FFF2-40B4-BE49-F238E27FC236}">
                <a16:creationId xmlns:a16="http://schemas.microsoft.com/office/drawing/2014/main" id="{0F8DC042-4632-763B-7B01-D7714298E3C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Picture 19">
            <a:extLst>
              <a:ext uri="{FF2B5EF4-FFF2-40B4-BE49-F238E27FC236}">
                <a16:creationId xmlns:a16="http://schemas.microsoft.com/office/drawing/2014/main" id="{7E682749-0295-1F5A-1EE0-053E62709B64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Box 21">
            <a:extLst>
              <a:ext uri="{FF2B5EF4-FFF2-40B4-BE49-F238E27FC236}">
                <a16:creationId xmlns:a16="http://schemas.microsoft.com/office/drawing/2014/main" id="{6915097B-C29E-C8E2-B049-874021E69F1F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B05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1" name="TextBox 23">
            <a:extLst>
              <a:ext uri="{FF2B5EF4-FFF2-40B4-BE49-F238E27FC236}">
                <a16:creationId xmlns:a16="http://schemas.microsoft.com/office/drawing/2014/main" id="{62ECBE3B-E100-A7E5-DF3D-C8B00DE56413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B05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2" name="TextBox 1">
            <a:extLst>
              <a:ext uri="{FF2B5EF4-FFF2-40B4-BE49-F238E27FC236}">
                <a16:creationId xmlns:a16="http://schemas.microsoft.com/office/drawing/2014/main" id="{C3C8BAC2-F1D1-D206-BB11-5C2657DFE5DC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B05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3" name="Picture 4">
            <a:extLst>
              <a:ext uri="{FF2B5EF4-FFF2-40B4-BE49-F238E27FC236}">
                <a16:creationId xmlns:a16="http://schemas.microsoft.com/office/drawing/2014/main" id="{04F3E220-AB3D-AE84-2851-588E44AC6FB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D6A187B-E294-2C0D-23F6-53661DB96B65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B05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5" name="TextBox 21">
            <a:extLst>
              <a:ext uri="{FF2B5EF4-FFF2-40B4-BE49-F238E27FC236}">
                <a16:creationId xmlns:a16="http://schemas.microsoft.com/office/drawing/2014/main" id="{2DD78FAC-03C0-F828-9FE6-BA697A3887DB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B05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8EAB7-657A-D74D-6E0F-6105B66BB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CC9391A-4735-5C0F-31BF-D86451918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2CB5724-3465-60A3-3691-7589ABAE4322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14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CA59803-1AC8-5942-A328-8A0D361F7D94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50AFEC20-1FF1-66A6-1A56-5A87443E681F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9E7056-3376-694B-B9EB-8FB5C9484BA0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04979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142B4E8-4079-4341-39BB-99F2A5D5413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08219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Picture 18">
            <a:extLst>
              <a:ext uri="{FF2B5EF4-FFF2-40B4-BE49-F238E27FC236}">
                <a16:creationId xmlns:a16="http://schemas.microsoft.com/office/drawing/2014/main" id="{3819969F-7320-9E8F-DD5C-8BD3604F702B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05339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" name="Picture 19">
            <a:extLst>
              <a:ext uri="{FF2B5EF4-FFF2-40B4-BE49-F238E27FC236}">
                <a16:creationId xmlns:a16="http://schemas.microsoft.com/office/drawing/2014/main" id="{803ECF0F-B4BA-1882-2694-2D5B478A75D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05339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TextBox 21">
            <a:extLst>
              <a:ext uri="{FF2B5EF4-FFF2-40B4-BE49-F238E27FC236}">
                <a16:creationId xmlns:a16="http://schemas.microsoft.com/office/drawing/2014/main" id="{AC0D2419-94A0-2C50-C7F3-930B8C281392}"/>
              </a:ext>
            </a:extLst>
          </p:cNvPr>
          <p:cNvSpPr/>
          <p:nvPr/>
        </p:nvSpPr>
        <p:spPr>
          <a:xfrm>
            <a:off x="7153920" y="634970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B05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13CE1602-B63A-D1E3-9D3B-265095B25783}"/>
              </a:ext>
            </a:extLst>
          </p:cNvPr>
          <p:cNvSpPr/>
          <p:nvPr/>
        </p:nvSpPr>
        <p:spPr>
          <a:xfrm>
            <a:off x="5427060" y="637850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B05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1" name="TextBox 1">
            <a:extLst>
              <a:ext uri="{FF2B5EF4-FFF2-40B4-BE49-F238E27FC236}">
                <a16:creationId xmlns:a16="http://schemas.microsoft.com/office/drawing/2014/main" id="{62246EE4-E034-476B-B0C8-2587F4621643}"/>
              </a:ext>
            </a:extLst>
          </p:cNvPr>
          <p:cNvSpPr/>
          <p:nvPr/>
        </p:nvSpPr>
        <p:spPr>
          <a:xfrm>
            <a:off x="4603500" y="642411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B05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2" name="Picture 4">
            <a:extLst>
              <a:ext uri="{FF2B5EF4-FFF2-40B4-BE49-F238E27FC236}">
                <a16:creationId xmlns:a16="http://schemas.microsoft.com/office/drawing/2014/main" id="{BE4F36C1-0613-5A91-BA0A-7E02B5389BA5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08365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Box 23">
            <a:extLst>
              <a:ext uri="{FF2B5EF4-FFF2-40B4-BE49-F238E27FC236}">
                <a16:creationId xmlns:a16="http://schemas.microsoft.com/office/drawing/2014/main" id="{73DA5086-9F35-F642-2DB5-B864B52FBE1B}"/>
              </a:ext>
            </a:extLst>
          </p:cNvPr>
          <p:cNvSpPr/>
          <p:nvPr/>
        </p:nvSpPr>
        <p:spPr>
          <a:xfrm>
            <a:off x="6295560" y="633254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B05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4" name="TextBox 21">
            <a:extLst>
              <a:ext uri="{FF2B5EF4-FFF2-40B4-BE49-F238E27FC236}">
                <a16:creationId xmlns:a16="http://schemas.microsoft.com/office/drawing/2014/main" id="{A1687B7D-E8A1-0290-3736-EEF618A38C1F}"/>
              </a:ext>
            </a:extLst>
          </p:cNvPr>
          <p:cNvSpPr/>
          <p:nvPr/>
        </p:nvSpPr>
        <p:spPr>
          <a:xfrm>
            <a:off x="7917120" y="635102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B05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  <p:extLst>
      <p:ext uri="{BB962C8B-B14F-4D97-AF65-F5344CB8AC3E}">
        <p14:creationId xmlns:p14="http://schemas.microsoft.com/office/powerpoint/2010/main" val="3096095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3F00BD5-7F59-02A7-2146-680B0C84A7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CFE1443F-DB52-CE13-C350-A1A76C4DA1F8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aphicFrame>
        <p:nvGraphicFramePr>
          <p:cNvPr id="34" name="Table 0">
            <a:extLst>
              <a:ext uri="{FF2B5EF4-FFF2-40B4-BE49-F238E27FC236}">
                <a16:creationId xmlns:a16="http://schemas.microsoft.com/office/drawing/2014/main" id="{748E80C6-9C91-994D-3F49-7DCFBBAFCE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903227"/>
              </p:ext>
            </p:extLst>
          </p:nvPr>
        </p:nvGraphicFramePr>
        <p:xfrm>
          <a:off x="505756" y="1216152"/>
          <a:ext cx="8136000" cy="2520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09342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9908132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2858435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3B127115-4CFD-9607-D8DF-977250C2F225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" name="Picture 5">
            <a:extLst>
              <a:ext uri="{FF2B5EF4-FFF2-40B4-BE49-F238E27FC236}">
                <a16:creationId xmlns:a16="http://schemas.microsoft.com/office/drawing/2014/main" id="{1DBFD907-1AE0-5443-DD9E-35EC29E01294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Picture 18">
            <a:extLst>
              <a:ext uri="{FF2B5EF4-FFF2-40B4-BE49-F238E27FC236}">
                <a16:creationId xmlns:a16="http://schemas.microsoft.com/office/drawing/2014/main" id="{2CF0AA11-7945-15ED-C7FB-9F84B485291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Picture 19">
            <a:extLst>
              <a:ext uri="{FF2B5EF4-FFF2-40B4-BE49-F238E27FC236}">
                <a16:creationId xmlns:a16="http://schemas.microsoft.com/office/drawing/2014/main" id="{3D114309-936C-2FF5-E059-5F656FE27DBB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TextBox 21">
            <a:extLst>
              <a:ext uri="{FF2B5EF4-FFF2-40B4-BE49-F238E27FC236}">
                <a16:creationId xmlns:a16="http://schemas.microsoft.com/office/drawing/2014/main" id="{549FB73D-1D4B-C8CD-3F3A-56FCCB36B97A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B05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19" name="TextBox 23">
            <a:extLst>
              <a:ext uri="{FF2B5EF4-FFF2-40B4-BE49-F238E27FC236}">
                <a16:creationId xmlns:a16="http://schemas.microsoft.com/office/drawing/2014/main" id="{6843170E-6565-B27F-375E-A1587FEA342D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B05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0" name="TextBox 1">
            <a:extLst>
              <a:ext uri="{FF2B5EF4-FFF2-40B4-BE49-F238E27FC236}">
                <a16:creationId xmlns:a16="http://schemas.microsoft.com/office/drawing/2014/main" id="{C4E946FB-392C-09B6-C3C1-87C74B88B156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B05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1" name="Picture 4">
            <a:extLst>
              <a:ext uri="{FF2B5EF4-FFF2-40B4-BE49-F238E27FC236}">
                <a16:creationId xmlns:a16="http://schemas.microsoft.com/office/drawing/2014/main" id="{02BA02AD-FC62-709C-2A1F-87E117216DF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Box 23">
            <a:extLst>
              <a:ext uri="{FF2B5EF4-FFF2-40B4-BE49-F238E27FC236}">
                <a16:creationId xmlns:a16="http://schemas.microsoft.com/office/drawing/2014/main" id="{E93FFFC4-93D3-66CA-3F8B-1396EC6DF96C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B05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3" name="TextBox 21">
            <a:extLst>
              <a:ext uri="{FF2B5EF4-FFF2-40B4-BE49-F238E27FC236}">
                <a16:creationId xmlns:a16="http://schemas.microsoft.com/office/drawing/2014/main" id="{9EDCC225-DB1F-E976-C37C-B3A399D085F2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B05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7FC3ADE-49CA-3485-CC01-08366B39A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16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640080" y="137160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HPI - Personality Scale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E0EE4AE3-FF24-B780-6217-A640BB9F3686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386814-C9AA-809D-5C42-131C3FDA13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17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49224" y="1737360"/>
            <a:ext cx="786384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HPI - Professional Scale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649224" y="2002536"/>
            <a:ext cx="78638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285C78"/>
            </a:solidFill>
            <a:prstDash val="solid"/>
          </a:ln>
        </p:spPr>
        <p:txBody>
          <a:bodyPr/>
          <a:lstStyle/>
          <a:p>
            <a:endParaRPr lang="en-150" dirty="0"/>
          </a:p>
        </p:txBody>
      </p:sp>
      <p:sp>
        <p:nvSpPr>
          <p:cNvPr id="7" name="Text 3"/>
          <p:cNvSpPr/>
          <p:nvPr/>
        </p:nvSpPr>
        <p:spPr>
          <a:xfrm>
            <a:off x="1554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1188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2331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3840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3474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6" name="Text 9"/>
          <p:cNvSpPr/>
          <p:nvPr/>
        </p:nvSpPr>
        <p:spPr>
          <a:xfrm>
            <a:off x="4983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7" name="Text 10"/>
          <p:cNvSpPr/>
          <p:nvPr/>
        </p:nvSpPr>
        <p:spPr>
          <a:xfrm>
            <a:off x="4617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9" name="Text 11"/>
          <p:cNvSpPr/>
          <p:nvPr/>
        </p:nvSpPr>
        <p:spPr>
          <a:xfrm>
            <a:off x="6126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0" name="Text 12"/>
          <p:cNvSpPr/>
          <p:nvPr/>
        </p:nvSpPr>
        <p:spPr>
          <a:xfrm>
            <a:off x="5760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2" name="Text 13"/>
          <p:cNvSpPr/>
          <p:nvPr/>
        </p:nvSpPr>
        <p:spPr>
          <a:xfrm>
            <a:off x="7269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6903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4" name="Text 15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4643163D-5ADC-9B04-93FA-6D96BF13CEBD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245E77A-1926-6736-FCC8-352711AD7A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18</a:t>
            </a:r>
            <a:endParaRPr lang="en-US" sz="800" dirty="0"/>
          </a:p>
        </p:txBody>
      </p:sp>
      <p:sp>
        <p:nvSpPr>
          <p:cNvPr id="6" name="Text 2"/>
          <p:cNvSpPr/>
          <p:nvPr/>
        </p:nvSpPr>
        <p:spPr>
          <a:xfrm>
            <a:off x="1965960" y="33947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45820" y="402336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4297680" y="33947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3131820" y="402336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583680" y="33947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5417820" y="402336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4892040" y="22860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1B384D"/>
                </a:solidFill>
              </a:rPr>
              <a:t>Contextual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1691640" y="22860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Low</a:t>
            </a:r>
            <a:endParaRPr lang="en-US" sz="12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4EE7CFDB-3A6E-3CE1-60DA-FD119631BF8B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0BC6A779-C11D-5877-827C-A5EDEFADF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EBF9596-3929-D06B-B441-1BABBFD8AD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1186" y="1463184"/>
            <a:ext cx="2263855" cy="11721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10C7E62-2A70-6DD4-1D2C-588BD483CC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1185" y="2815048"/>
            <a:ext cx="2263855" cy="11721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1AEA3E-AC79-21A9-13C4-D46717CA32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9394" y="1460461"/>
            <a:ext cx="2263855" cy="11721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3DDEA95-90B7-254E-DDD3-E48F2F8CBF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9393" y="2812325"/>
            <a:ext cx="2263855" cy="117210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19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743C915A-CB34-2DB3-7DC3-0D83E902BD61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C542C5-278B-6E70-ABBB-F4F136F98250}"/>
              </a:ext>
            </a:extLst>
          </p:cNvPr>
          <p:cNvSpPr txBox="1"/>
          <p:nvPr/>
        </p:nvSpPr>
        <p:spPr>
          <a:xfrm>
            <a:off x="4689394" y="1629268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4FDD11-7AC0-B3BC-AC6A-93F21E4E8531}"/>
              </a:ext>
            </a:extLst>
          </p:cNvPr>
          <p:cNvSpPr txBox="1"/>
          <p:nvPr/>
        </p:nvSpPr>
        <p:spPr>
          <a:xfrm>
            <a:off x="2161186" y="1629268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B384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 Skill / High Will</a:t>
            </a:r>
          </a:p>
          <a:p>
            <a:pPr lvl="0" algn="ctr">
              <a:defRPr/>
            </a:pPr>
            <a:r>
              <a:rPr lang="en-US" sz="1200" b="1" dirty="0">
                <a:solidFill>
                  <a:srgbClr val="1B384D"/>
                </a:solidFill>
              </a:rPr>
              <a:t>Guide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66E5C5-9A3B-D778-851A-0DB8476A7F2A}"/>
              </a:ext>
            </a:extLst>
          </p:cNvPr>
          <p:cNvSpPr txBox="1"/>
          <p:nvPr/>
        </p:nvSpPr>
        <p:spPr>
          <a:xfrm>
            <a:off x="4689395" y="2955690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1A0BDC-54D1-E45E-3FD6-4D140EB00B32}"/>
              </a:ext>
            </a:extLst>
          </p:cNvPr>
          <p:cNvSpPr txBox="1"/>
          <p:nvPr/>
        </p:nvSpPr>
        <p:spPr>
          <a:xfrm>
            <a:off x="2161187" y="2960988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306E97-F6AC-D3EC-812F-9C88CC1AB0CD}"/>
              </a:ext>
            </a:extLst>
          </p:cNvPr>
          <p:cNvSpPr txBox="1"/>
          <p:nvPr/>
        </p:nvSpPr>
        <p:spPr>
          <a:xfrm>
            <a:off x="4689394" y="1536935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High Skill / High Will</a:t>
            </a:r>
          </a:p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Delegate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FA3D1F-B5BE-DC77-C573-4E3F20772A0B}"/>
              </a:ext>
            </a:extLst>
          </p:cNvPr>
          <p:cNvSpPr txBox="1"/>
          <p:nvPr/>
        </p:nvSpPr>
        <p:spPr>
          <a:xfrm>
            <a:off x="2161186" y="1536935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07A2F5-59B5-64BE-5D39-490D59A9614D}"/>
              </a:ext>
            </a:extLst>
          </p:cNvPr>
          <p:cNvSpPr txBox="1"/>
          <p:nvPr/>
        </p:nvSpPr>
        <p:spPr>
          <a:xfrm>
            <a:off x="4689395" y="2863357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High Skill / Low Will</a:t>
            </a:r>
          </a:p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Excite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712986-57C0-8A28-AB08-4FC76BB8BC1B}"/>
              </a:ext>
            </a:extLst>
          </p:cNvPr>
          <p:cNvSpPr txBox="1"/>
          <p:nvPr/>
        </p:nvSpPr>
        <p:spPr>
          <a:xfrm>
            <a:off x="2161187" y="2868655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Low Skill / Low Will</a:t>
            </a:r>
          </a:p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Direct</a:t>
            </a:r>
            <a:endParaRPr lang="en-US" sz="1200" dirty="0">
              <a:solidFill>
                <a:prstClr val="black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133CE4C-7BC9-9008-7154-C5E3E1F90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  <a:ln>
            <a:solidFill>
              <a:srgbClr val="F5F5F5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6D06519-B769-9135-4130-005F959989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0" y="1548607"/>
            <a:ext cx="2261084" cy="54310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5735713-91B3-CD33-DD8D-355F95931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0" y="2411850"/>
            <a:ext cx="2261084" cy="54310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8D1DD8A-8AF6-E74D-3203-39C1FE4B82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0" y="3379743"/>
            <a:ext cx="2261084" cy="54310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CB2ADD2-A96C-18A4-2417-11D2F5D9D7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133" y="1543975"/>
            <a:ext cx="2261084" cy="54310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54672D5-3A78-92CF-D33C-E4D065ABD2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133" y="2415239"/>
            <a:ext cx="2261084" cy="54310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C75D4D4-E9A5-A867-BF8A-6D49E7984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133" y="3383132"/>
            <a:ext cx="2261084" cy="5431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A0B2ACB-6C1E-553D-D3E3-4183DD4523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3969" y="1548609"/>
            <a:ext cx="2261084" cy="54310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148C649-332E-38D5-30C9-EB15D3DC2D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3969" y="2411852"/>
            <a:ext cx="2261084" cy="54310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B281AA9-7919-C1F2-7258-5B4EA80CF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3969" y="3379745"/>
            <a:ext cx="2261084" cy="543103"/>
          </a:xfrm>
          <a:prstGeom prst="rect">
            <a:avLst/>
          </a:prstGeom>
        </p:spPr>
      </p:pic>
      <p:sp>
        <p:nvSpPr>
          <p:cNvPr id="2" name="Text 15">
            <a:extLst>
              <a:ext uri="{FF2B5EF4-FFF2-40B4-BE49-F238E27FC236}">
                <a16:creationId xmlns:a16="http://schemas.microsoft.com/office/drawing/2014/main" id="{0873D3C7-F906-56B6-27DB-B3A9DF4EFD3F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C0EFF2D-397E-CD37-DBD6-AF28DC3F307D}"/>
              </a:ext>
            </a:extLst>
          </p:cNvPr>
          <p:cNvSpPr txBox="1"/>
          <p:nvPr/>
        </p:nvSpPr>
        <p:spPr>
          <a:xfrm>
            <a:off x="993812" y="139717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B4FF9C0-9D30-FAFB-79A6-77AA76146DF9}"/>
              </a:ext>
            </a:extLst>
          </p:cNvPr>
          <p:cNvSpPr txBox="1"/>
          <p:nvPr/>
        </p:nvSpPr>
        <p:spPr>
          <a:xfrm>
            <a:off x="3553855" y="139054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67AF0A7-8C03-355D-0CA6-FD13BC7A4464}"/>
              </a:ext>
            </a:extLst>
          </p:cNvPr>
          <p:cNvSpPr txBox="1"/>
          <p:nvPr/>
        </p:nvSpPr>
        <p:spPr>
          <a:xfrm>
            <a:off x="6113898" y="1396047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b="1" dirty="0">
                <a:solidFill>
                  <a:schemeClr val="bg1"/>
                </a:solidFill>
              </a:rPr>
              <a:t>Outstanding Leader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C8466EF-A8E6-F100-7E28-3F3C9173A143}"/>
              </a:ext>
            </a:extLst>
          </p:cNvPr>
          <p:cNvSpPr txBox="1"/>
          <p:nvPr/>
        </p:nvSpPr>
        <p:spPr>
          <a:xfrm>
            <a:off x="6115296" y="225925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49E4B5B-316D-116A-82E6-41AA455A92B7}"/>
              </a:ext>
            </a:extLst>
          </p:cNvPr>
          <p:cNvSpPr txBox="1"/>
          <p:nvPr/>
        </p:nvSpPr>
        <p:spPr>
          <a:xfrm>
            <a:off x="3566438" y="226028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FE6BCCB-49F8-893E-FD59-E9040C6683F7}"/>
              </a:ext>
            </a:extLst>
          </p:cNvPr>
          <p:cNvSpPr txBox="1"/>
          <p:nvPr/>
        </p:nvSpPr>
        <p:spPr>
          <a:xfrm>
            <a:off x="992413" y="225365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055840D-4AA8-8A5F-E9A3-D6505D6FF4EA}"/>
              </a:ext>
            </a:extLst>
          </p:cNvPr>
          <p:cNvSpPr txBox="1"/>
          <p:nvPr/>
        </p:nvSpPr>
        <p:spPr>
          <a:xfrm>
            <a:off x="993811" y="32273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77EFE7-5A48-61BE-51E9-96C37101D507}"/>
              </a:ext>
            </a:extLst>
          </p:cNvPr>
          <p:cNvSpPr txBox="1"/>
          <p:nvPr/>
        </p:nvSpPr>
        <p:spPr>
          <a:xfrm>
            <a:off x="3562243" y="32328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1198B31-1484-159D-762D-E51CE5BC2BF4}"/>
              </a:ext>
            </a:extLst>
          </p:cNvPr>
          <p:cNvSpPr txBox="1"/>
          <p:nvPr/>
        </p:nvSpPr>
        <p:spPr>
          <a:xfrm>
            <a:off x="6113897" y="3226192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029F8CF-2F7E-F745-6540-625A270705B9}"/>
              </a:ext>
            </a:extLst>
          </p:cNvPr>
          <p:cNvSpPr txBox="1"/>
          <p:nvPr/>
        </p:nvSpPr>
        <p:spPr>
          <a:xfrm>
            <a:off x="993812" y="139717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Long-Term Potential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B197A3-97D1-7DE8-3961-8A03AEDB91F6}"/>
              </a:ext>
            </a:extLst>
          </p:cNvPr>
          <p:cNvSpPr txBox="1"/>
          <p:nvPr/>
        </p:nvSpPr>
        <p:spPr>
          <a:xfrm>
            <a:off x="3553855" y="139054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Future Leader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4E13AC5-7B44-22C1-83F8-FE3D459F5B15}"/>
              </a:ext>
            </a:extLst>
          </p:cNvPr>
          <p:cNvSpPr txBox="1"/>
          <p:nvPr/>
        </p:nvSpPr>
        <p:spPr>
          <a:xfrm>
            <a:off x="6113898" y="1396047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2A63C82-3BDB-1369-0074-666432E284C8}"/>
              </a:ext>
            </a:extLst>
          </p:cNvPr>
          <p:cNvSpPr txBox="1"/>
          <p:nvPr/>
        </p:nvSpPr>
        <p:spPr>
          <a:xfrm>
            <a:off x="6115296" y="225925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Stretch Potential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5C7137E-3D3B-0F44-4E72-96DA09215BC3}"/>
              </a:ext>
            </a:extLst>
          </p:cNvPr>
          <p:cNvSpPr txBox="1"/>
          <p:nvPr/>
        </p:nvSpPr>
        <p:spPr>
          <a:xfrm>
            <a:off x="3566438" y="226028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Solid Contributor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8DB3500-7109-8A0E-BF82-68C28D3987B9}"/>
              </a:ext>
            </a:extLst>
          </p:cNvPr>
          <p:cNvSpPr txBox="1"/>
          <p:nvPr/>
        </p:nvSpPr>
        <p:spPr>
          <a:xfrm>
            <a:off x="992413" y="225365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Marginal Contributor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B82AF1-C57F-B040-089E-07A8A80CF456}"/>
              </a:ext>
            </a:extLst>
          </p:cNvPr>
          <p:cNvSpPr txBox="1"/>
          <p:nvPr/>
        </p:nvSpPr>
        <p:spPr>
          <a:xfrm>
            <a:off x="993811" y="32273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Underperformer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953B618-C55B-A6C9-6D2D-A211A5510A54}"/>
              </a:ext>
            </a:extLst>
          </p:cNvPr>
          <p:cNvSpPr txBox="1"/>
          <p:nvPr/>
        </p:nvSpPr>
        <p:spPr>
          <a:xfrm>
            <a:off x="3562243" y="32328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Sound Contributor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ECEC600-DD16-7BE0-5836-16AB834C24B7}"/>
              </a:ext>
            </a:extLst>
          </p:cNvPr>
          <p:cNvSpPr txBox="1"/>
          <p:nvPr/>
        </p:nvSpPr>
        <p:spPr>
          <a:xfrm>
            <a:off x="6113897" y="3226192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Seasoned Professional</a:t>
            </a:r>
            <a:endParaRPr lang="en-US" sz="1200" dirty="0">
              <a:solidFill>
                <a:prstClr val="black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6224360-0D17-C7A6-76D2-3D3931B68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21</a:t>
            </a:r>
            <a:endParaRPr lang="en-US" sz="8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C5A610BE-6F0A-2F24-93F4-51EF77FA3144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1948F13-5D56-242A-88DC-6F2265AEB2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22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27432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4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the evaluation results, Ms. masouad will benefit from a development plan to reach the "Expert Level" of this role</a:t>
            </a:r>
            <a:endParaRPr lang="en-US" sz="1400" dirty="0"/>
          </a:p>
        </p:txBody>
      </p:sp>
      <p:graphicFrame>
        <p:nvGraphicFramePr>
          <p:cNvPr id="10" name="Table 16">
            <a:extLst>
              <a:ext uri="{FF2B5EF4-FFF2-40B4-BE49-F238E27FC236}">
                <a16:creationId xmlns:a16="http://schemas.microsoft.com/office/drawing/2014/main" id="{08FCFAF0-4433-9DCA-0568-1EBCAD7FB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784186"/>
              </p:ext>
            </p:extLst>
          </p:nvPr>
        </p:nvGraphicFramePr>
        <p:xfrm>
          <a:off x="398441" y="2430926"/>
          <a:ext cx="8095585" cy="820104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3490111">
                  <a:extLst>
                    <a:ext uri="{9D8B030D-6E8A-4147-A177-3AD203B41FA5}">
                      <a16:colId xmlns:a16="http://schemas.microsoft.com/office/drawing/2014/main" val="3456859813"/>
                    </a:ext>
                  </a:extLst>
                </a:gridCol>
                <a:gridCol w="356048">
                  <a:extLst>
                    <a:ext uri="{9D8B030D-6E8A-4147-A177-3AD203B41FA5}">
                      <a16:colId xmlns:a16="http://schemas.microsoft.com/office/drawing/2014/main" val="1026896100"/>
                    </a:ext>
                  </a:extLst>
                </a:gridCol>
                <a:gridCol w="329376">
                  <a:extLst>
                    <a:ext uri="{9D8B030D-6E8A-4147-A177-3AD203B41FA5}">
                      <a16:colId xmlns:a16="http://schemas.microsoft.com/office/drawing/2014/main" val="2532446077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2576001824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450036123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4268982001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234127881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1104198132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2662974126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3951692468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1094275046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335955564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31368106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TN" sz="900" dirty="0">
                          <a:solidFill>
                            <a:srgbClr val="2A4357"/>
                          </a:solidFill>
                        </a:rPr>
                        <a:t>Key Trainings</a:t>
                      </a:r>
                    </a:p>
                  </a:txBody>
                  <a:tcPr marL="67866" marR="67866" marT="33933" marB="3393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M1</a:t>
                      </a:r>
                      <a:endParaRPr lang="en-TN" sz="900" dirty="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M2</a:t>
                      </a:r>
                      <a:endParaRPr lang="en-TN" sz="900" dirty="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M3</a:t>
                      </a:r>
                      <a:endParaRPr lang="en-US" sz="900" dirty="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M4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5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6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7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8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9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10</a:t>
                      </a:r>
                      <a:endParaRPr lang="en-TN" sz="900" b="1" u="none" strike="noStrike" kern="1200" cap="none" spc="0" normalizeH="0" baseline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11</a:t>
                      </a:r>
                      <a:endParaRPr lang="en-TN" sz="900" b="1" u="none" strike="noStrike" kern="1200" cap="none" spc="0" normalizeH="0" baseline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12</a:t>
                      </a:r>
                      <a:endParaRPr lang="en-TN" sz="900" b="1" u="none" strike="noStrike" kern="1200" cap="none" spc="0" normalizeH="0" baseline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2609202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Certified Information Security Manager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★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603669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Certified Threat Intelligence Analyst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★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150139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Certified in Risk and Information Systems Control (CRISC)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★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1256966226"/>
                  </a:ext>
                </a:extLst>
              </a:tr>
            </a:tbl>
          </a:graphicData>
        </a:graphic>
      </p:graphicFrame>
      <p:sp>
        <p:nvSpPr>
          <p:cNvPr id="8" name="Text 15">
            <a:extLst>
              <a:ext uri="{FF2B5EF4-FFF2-40B4-BE49-F238E27FC236}">
                <a16:creationId xmlns:a16="http://schemas.microsoft.com/office/drawing/2014/main" id="{50BF4F3F-D8EE-B899-C471-6976D4E6C5FD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hand touching a screen with icons&#10;&#10;AI-generated content may be incorrect.">
            <a:extLst>
              <a:ext uri="{FF2B5EF4-FFF2-40B4-BE49-F238E27FC236}">
                <a16:creationId xmlns:a16="http://schemas.microsoft.com/office/drawing/2014/main" id="{D5EC19DD-3E29-074A-681A-DDB92EC20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3372</TotalTime>
  <Words>1747</Words>
  <Application>Microsoft Office PowerPoint</Application>
  <PresentationFormat>On-screen Show (16:9)</PresentationFormat>
  <Paragraphs>331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Arial (Headings)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laghawassim</cp:lastModifiedBy>
  <cp:revision>296</cp:revision>
  <dcterms:created xsi:type="dcterms:W3CDTF">2025-08-14T15:20:57Z</dcterms:created>
  <dcterms:modified xsi:type="dcterms:W3CDTF">2025-12-07T21:46:12Z</dcterms:modified>
</cp:coreProperties>
</file>