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2743200"/>
          </a:xfrm>
          <a:prstGeom prst="rect">
            <a:avLst/>
          </a:prstGeom>
                    {{~#if (gt age 18)}}{{~set "bgColor" "FF0000"}}{{~else if (eq age 18)}}{{~set "bgColor" "0000FF"}}{{~else}}{{~set "bgColor" "00FF00"}}{{~/if}} 
          <a:solidFill>
            <a:srgbClr val="{{bgColor}}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{{bgColor}} dynamic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