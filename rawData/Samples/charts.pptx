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/>
  </p:normalViewPr>
  <p:slideViewPr>
    <p:cSldViewPr snapToGrid="0">
      <p:cViewPr varScale="1">
        <p:scale>
          <a:sx n="75" d="100"/>
          <a:sy n="75" d="100"/>
        </p:scale>
        <p:origin x="6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Fruit</a:t>
            </a:r>
            <a:r>
              <a:rPr lang="en-US" baseline="0" dirty="0"/>
              <a:t> sales{{</a:t>
            </a:r>
            <a:r>
              <a:rPr lang="lt-LT" baseline="0" dirty="0" err="1"/>
              <a:t>ppt</a:t>
            </a:r>
            <a:r>
              <a:rPr lang="en-US" baseline="0" dirty="0" err="1"/>
              <a:t>xChart</a:t>
            </a:r>
            <a:r>
              <a:rPr lang="en-US" baseline="0" dirty="0"/>
              <a:t> data=fruits}}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E2-471E-B52B-4CBB7D4B0B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BE2-471E-B52B-4CBB7D4B0B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BE2-471E-B52B-4CBB7D4B0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98941008"/>
        <c:axId val="1406135776"/>
      </c:lineChart>
      <c:catAx>
        <c:axId val="1398941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t-LT"/>
          </a:p>
        </c:txPr>
        <c:crossAx val="1406135776"/>
        <c:crosses val="autoZero"/>
        <c:auto val="1"/>
        <c:lblAlgn val="ctr"/>
        <c:lblOffset val="100"/>
        <c:noMultiLvlLbl val="0"/>
      </c:catAx>
      <c:valAx>
        <c:axId val="140613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t-LT"/>
          </a:p>
        </c:txPr>
        <c:crossAx val="1398941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lt-L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t-L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Fruit</a:t>
            </a:r>
            <a:r>
              <a:rPr lang="en-US" baseline="0" dirty="0"/>
              <a:t> sales{{</a:t>
            </a:r>
            <a:r>
              <a:rPr lang="lt-LT" baseline="0" dirty="0" err="1"/>
              <a:t>ppt</a:t>
            </a:r>
            <a:r>
              <a:rPr lang="en-US" baseline="0" dirty="0" err="1"/>
              <a:t>xChart</a:t>
            </a:r>
            <a:r>
              <a:rPr lang="en-US" baseline="0" dirty="0"/>
              <a:t> data=fruits}}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E2-471E-B52B-4CBB7D4B0B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2-471E-B52B-4CBB7D4B0B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E2-471E-B52B-4CBB7D4B0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98941008"/>
        <c:axId val="1406135776"/>
      </c:barChart>
      <c:catAx>
        <c:axId val="1398941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t-LT"/>
          </a:p>
        </c:txPr>
        <c:crossAx val="1406135776"/>
        <c:crosses val="autoZero"/>
        <c:auto val="1"/>
        <c:lblAlgn val="ctr"/>
        <c:lblOffset val="100"/>
        <c:noMultiLvlLbl val="0"/>
      </c:catAx>
      <c:valAx>
        <c:axId val="140613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t-LT"/>
          </a:p>
        </c:txPr>
        <c:crossAx val="1398941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lt-L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t-L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{{</a:t>
            </a:r>
            <a:r>
              <a:rPr lang="en-US" sz="1800" b="0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pptxChart</a:t>
            </a:r>
            <a:r>
              <a:rPr lang="en-US" sz="1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 data=(</a:t>
            </a:r>
            <a:r>
              <a:rPr lang="en-US" sz="1800" b="0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toRadarChart</a:t>
            </a:r>
            <a:r>
              <a:rPr lang="en-US" sz="18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 interview)}}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46025407999710638"/>
          <c:y val="0"/>
          <c:w val="0.53974592000289368"/>
          <c:h val="0.9014336917562724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53148"/>
            </a:solidFill>
            <a:effectLst>
              <a:innerShdw blurRad="38100" dist="23000" dir="5400000">
                <a:srgbClr val="000000">
                  <a:alpha val="35000"/>
                </a:srgb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01-E6C7-4CAA-8C3A-1E3C03281CB2}"/>
              </c:ext>
            </c:extLst>
          </c:dPt>
          <c:dPt>
            <c:idx val="1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3-E6C7-4CAA-8C3A-1E3C03281CB2}"/>
              </c:ext>
            </c:extLst>
          </c:dPt>
          <c:dPt>
            <c:idx val="2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5-E6C7-4CAA-8C3A-1E3C03281CB2}"/>
              </c:ext>
            </c:extLst>
          </c:dPt>
          <c:dPt>
            <c:idx val="3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7-E6C7-4CAA-8C3A-1E3C03281CB2}"/>
              </c:ext>
            </c:extLst>
          </c:dPt>
          <c:dPt>
            <c:idx val="4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9-E6C7-4CAA-8C3A-1E3C03281CB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84D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Tone of Communication</c:v>
                </c:pt>
                <c:pt idx="1">
                  <c:v>Pronunciation</c:v>
                </c:pt>
                <c:pt idx="2">
                  <c:v>Message Relevance</c:v>
                </c:pt>
                <c:pt idx="3">
                  <c:v>Articulation</c:v>
                </c:pt>
                <c:pt idx="4">
                  <c:v>Posture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0.79</c:v>
                </c:pt>
                <c:pt idx="2">
                  <c:v>0.81</c:v>
                </c:pt>
                <c:pt idx="3">
                  <c:v>0.89</c:v>
                </c:pt>
                <c:pt idx="4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6C7-4CAA-8C3A-1E3C03281C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B38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b"/>
        <c:majorGridlines>
          <c:spPr>
            <a:ln w="635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0160" cap="flat">
      <a:solidFill>
        <a:srgbClr val="7ECFEF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Fruit</a:t>
            </a:r>
            <a:r>
              <a:rPr lang="en-US" baseline="0" dirty="0"/>
              <a:t> sales{{</a:t>
            </a:r>
            <a:r>
              <a:rPr lang="lt-LT" baseline="0" dirty="0" err="1"/>
              <a:t>ppt</a:t>
            </a:r>
            <a:r>
              <a:rPr lang="en-US" baseline="0" dirty="0" err="1"/>
              <a:t>xChart</a:t>
            </a:r>
            <a:r>
              <a:rPr lang="en-US" baseline="0" dirty="0"/>
              <a:t> data=fruits}}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E2-471E-B52B-4CBB7D4B0B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2-471E-B52B-4CBB7D4B0B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E2-471E-B52B-4CBB7D4B0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98941008"/>
        <c:axId val="1406135776"/>
      </c:barChart>
      <c:catAx>
        <c:axId val="1398941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t-LT"/>
          </a:p>
        </c:txPr>
        <c:crossAx val="1406135776"/>
        <c:crosses val="autoZero"/>
        <c:auto val="1"/>
        <c:lblAlgn val="ctr"/>
        <c:lblOffset val="100"/>
        <c:noMultiLvlLbl val="0"/>
      </c:catAx>
      <c:valAx>
        <c:axId val="1406135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t-LT"/>
          </a:p>
        </c:txPr>
        <c:crossAx val="1398941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lt-L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t-L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6B4E877-F5ED-4235-A1DE-FEFA49F75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01C37D8B-814A-48D1-AB3A-6ADF8D5C6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0D557B1D-8047-4D25-85E2-BE0F22536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044D084F-F035-48B6-B78A-EAC8FB7F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82C4C2C5-53CE-4AFF-9215-A4E62939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717229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20EFDF8-5037-43CD-94BC-0BCFA49F2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5353106A-9735-4374-9190-356330C52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D3A2B911-6C0C-4478-BD6E-3C69C80E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7735CBAD-E95A-49CD-A2F3-F407359D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1C5B2F62-A14A-43CD-B93D-4CDBF5D08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91197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6DF98B1-C86A-4BA8-A1A5-8C1084CE6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CA5852A8-40A3-4F81-8F2F-56AEA4462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8862CA71-116A-440B-8306-973AB926D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2FA66992-6FB4-485C-9556-C16D363E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FD8E78E9-C781-49B2-B719-F33EC17E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57994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567E6C8-64CF-42DB-8932-64ABB30B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45D9C9A9-FF7B-42C9-9783-08D5153EE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81C65682-D7B0-4ECD-8E8D-7EBD28D53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69AB46B-5A65-4FB8-BDA4-AA56D04F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D99B7C96-251E-49F5-8308-A8B57155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ACD17E19-E8EF-4553-BF39-14EE13BA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59138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1CBA5C8-E9E4-488E-8714-A703AF5AE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37292763-4137-4C84-8235-93C4B96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267E7B5F-73D8-44D7-9469-5874A7272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D0EC2AE2-4BCA-47BD-BE83-392598E1C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BA977B27-AB9C-4A6F-B1BE-EF61C4851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AAD09219-5685-4DE8-9370-9007EBA70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A98D374C-D638-4830-B487-C73A1F30F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19592089-6F7C-4C6A-98DC-5060FC4F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77002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5019884-D931-441E-87C9-E59E7763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12345043-3C3A-42F5-AEFC-F394A730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1C091E6E-1DA1-49EB-AEDA-DCDB9488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598487D3-C99B-41FE-B4C2-913E1FA4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32471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9A689D87-5BCD-435B-8BD3-938F4610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44FD9A25-CE62-4377-A377-3B827E37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007681E9-2112-4D11-9A12-17903348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02152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542BFE1-165A-4AB3-9623-E6AF4193F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6C142804-D447-4722-8B11-F19221924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0A247722-EBC8-4460-A498-B7D97AAEB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AC1EF5D9-7A07-476A-84F5-FDAEA683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285C0744-DD9D-4058-9857-15E1A891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838E2536-4E40-4241-9250-A46ED1786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17963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8543C1B-CED8-478A-A4AA-D5BE9C358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8F236A89-A50B-40C9-855D-68955EE2C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78CF01E4-A3A4-43D6-AEE9-76C5D67C7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10DFFFBF-8ED8-457C-AF54-E5359C2F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495CB258-6311-484E-B9B4-B2C7180F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316D37FD-7C37-4C98-86C0-D88594AAD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60162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C023458-CB13-4F6F-8459-FF4F1230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00A9F770-67C5-49BA-9E5D-F6E09A429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69A50A57-9472-48B0-BFA4-06246888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7A144F10-7B10-410B-9FE8-E9F4E597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5801F507-79C1-4E1A-83EB-07791F9C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7904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7B3B3AA5-FC69-4773-842B-BAAC338885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5267CD62-55DC-47CB-A987-E081B4686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0E76A292-15FF-4B48-ABA3-711F6472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901F1317-2BC1-4B04-818A-5AF0D8597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10F3DAB8-B9C7-435B-B2E7-92201A31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98563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EB22C384-178C-4421-B6B0-2C70514A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7FF93783-5BB6-406A-A9FF-C18002268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4B8DA267-5332-4FA5-9CBD-7076A7698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3CD50-FCA0-4984-AC3E-52AF6745D8F0}" type="datetimeFigureOut">
              <a:rPr lang="lt-LT" smtClean="0"/>
              <a:t>2025-12-07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C9DC6352-B864-4A87-9383-D6E0A7496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33B90886-57A2-49C7-8B43-6931113DA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F66C7-FCB8-4413-B99A-863261241BC2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024034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8BD13F08-4448-4B63-8E7D-4A6C62857D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4601737"/>
              </p:ext>
            </p:extLst>
          </p:nvPr>
        </p:nvGraphicFramePr>
        <p:xfrm>
          <a:off x="3352800" y="18288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E95629-8738-45ED-A121-0CE507274F6E}"/>
              </a:ext>
            </a:extLst>
          </p:cNvPr>
          <p:cNvSpPr txBox="1"/>
          <p:nvPr/>
        </p:nvSpPr>
        <p:spPr>
          <a:xfrm>
            <a:off x="4740166" y="756745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/>
              <a:t>Mano bandymas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2DC6F1-E7F5-21D5-0840-37DAE7A93FD0}"/>
              </a:ext>
            </a:extLst>
          </p:cNvPr>
          <p:cNvSpPr txBox="1"/>
          <p:nvPr/>
        </p:nvSpPr>
        <p:spPr>
          <a:xfrm>
            <a:off x="845389" y="756745"/>
            <a:ext cx="118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5431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A951E-50F3-2190-A6A3-F37C4F5D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EC36DA63-A7FA-4092-3EE7-F638B583FF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5588858"/>
              </p:ext>
            </p:extLst>
          </p:nvPr>
        </p:nvGraphicFramePr>
        <p:xfrm>
          <a:off x="3352800" y="18288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68230D-07BC-BFAE-A63A-469876657661}"/>
              </a:ext>
            </a:extLst>
          </p:cNvPr>
          <p:cNvSpPr txBox="1"/>
          <p:nvPr/>
        </p:nvSpPr>
        <p:spPr>
          <a:xfrm>
            <a:off x="4740166" y="756745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/>
              <a:t>Mano bandymas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C8EA0-CB96-9AE1-30EF-FCE448761CAF}"/>
              </a:ext>
            </a:extLst>
          </p:cNvPr>
          <p:cNvSpPr txBox="1"/>
          <p:nvPr/>
        </p:nvSpPr>
        <p:spPr>
          <a:xfrm>
            <a:off x="845389" y="756745"/>
            <a:ext cx="118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224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F0AD2-2CA2-0E05-69AC-1E9181FD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167D03-A0DD-D540-2FB0-73C33B192D95}"/>
              </a:ext>
            </a:extLst>
          </p:cNvPr>
          <p:cNvSpPr txBox="1"/>
          <p:nvPr/>
        </p:nvSpPr>
        <p:spPr>
          <a:xfrm>
            <a:off x="4740166" y="756745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/>
              <a:t>Mano bandymas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B834D8-A4DB-A017-FC03-542D5BDBA078}"/>
              </a:ext>
            </a:extLst>
          </p:cNvPr>
          <p:cNvSpPr txBox="1"/>
          <p:nvPr/>
        </p:nvSpPr>
        <p:spPr>
          <a:xfrm>
            <a:off x="845389" y="756745"/>
            <a:ext cx="118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</a:t>
            </a:r>
            <a:endParaRPr lang="fr-FR" dirty="0"/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33548BF7-E1CF-511F-0C08-7E9F717D9A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2593213"/>
              </p:ext>
            </p:extLst>
          </p:nvPr>
        </p:nvGraphicFramePr>
        <p:xfrm>
          <a:off x="1080189" y="2194560"/>
          <a:ext cx="3538728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37148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68F4-E730-5438-77CB-F230E91E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696D7454-973A-7D23-9E31-F6BCE2F68F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3525389"/>
              </p:ext>
            </p:extLst>
          </p:nvPr>
        </p:nvGraphicFramePr>
        <p:xfrm>
          <a:off x="3352800" y="18288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B44307-C119-706F-A0E3-F86E986A1B46}"/>
              </a:ext>
            </a:extLst>
          </p:cNvPr>
          <p:cNvSpPr txBox="1"/>
          <p:nvPr/>
        </p:nvSpPr>
        <p:spPr>
          <a:xfrm>
            <a:off x="4740166" y="756745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/>
              <a:t>Mano bandymas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E581E2-1DCC-AF3F-E218-52D948A64E70}"/>
              </a:ext>
            </a:extLst>
          </p:cNvPr>
          <p:cNvSpPr txBox="1"/>
          <p:nvPr/>
        </p:nvSpPr>
        <p:spPr>
          <a:xfrm>
            <a:off x="845389" y="756745"/>
            <a:ext cx="118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2217319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46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„Office“ tema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„PowerPoint“ pateiktis</dc:title>
  <dc:creator>Rimas Misevičius</dc:creator>
  <cp:lastModifiedBy>laghawassim</cp:lastModifiedBy>
  <cp:revision>15</cp:revision>
  <dcterms:created xsi:type="dcterms:W3CDTF">2022-02-11T13:09:35Z</dcterms:created>
  <dcterms:modified xsi:type="dcterms:W3CDTF">2025-12-07T17:33:44Z</dcterms:modified>
</cp:coreProperties>
</file>