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media/image1.png" ContentType="image/png"/>
  <Override PartName="/ppt/media/image2.png" ContentType="image/png"/>
  <Override PartName="/ppt/media/image3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FB07F32-C65B-4417-95A8-BB53D615786C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787E36-E826-4AE4-B0C9-FD25A12F039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3.jpeg"/><Relationship Id="rId8" Type="http://schemas.openxmlformats.org/officeDocument/2006/relationships/image" Target="../media/image3.jpeg"/><Relationship Id="rId9" Type="http://schemas.openxmlformats.org/officeDocument/2006/relationships/image" Target="../media/image3.jpeg"/><Relationship Id="rId10" Type="http://schemas.openxmlformats.org/officeDocument/2006/relationships/image" Target="../media/image3.jpeg"/><Relationship Id="rId11" Type="http://schemas.openxmlformats.org/officeDocument/2006/relationships/image" Target="../media/image3.jpeg"/><Relationship Id="rId12" Type="http://schemas.openxmlformats.org/officeDocument/2006/relationships/image" Target="../media/image3.jpeg"/><Relationship Id="rId13" Type="http://schemas.openxmlformats.org/officeDocument/2006/relationships/image" Target="../media/image3.jpe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7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0" y="8640"/>
            <a:ext cx="9131040" cy="51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91440" y="4754880"/>
            <a:ext cx="4525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4"/>
          <p:cNvSpPr/>
          <p:nvPr/>
        </p:nvSpPr>
        <p:spPr>
          <a:xfrm>
            <a:off x="6446520" y="1028880"/>
            <a:ext cx="2281320" cy="86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7"/>
          <p:cNvSpPr/>
          <p:nvPr/>
        </p:nvSpPr>
        <p:spPr>
          <a:xfrm>
            <a:off x="1443600" y="3840480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Overall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8"/>
          <p:cNvSpPr/>
          <p:nvPr/>
        </p:nvSpPr>
        <p:spPr>
          <a:xfrm>
            <a:off x="3600000" y="3060000"/>
            <a:ext cx="141768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9"/>
          <p:cNvSpPr/>
          <p:nvPr/>
        </p:nvSpPr>
        <p:spPr>
          <a:xfrm>
            <a:off x="2632320" y="3840480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Leadership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1"/>
          <p:cNvSpPr/>
          <p:nvPr/>
        </p:nvSpPr>
        <p:spPr>
          <a:xfrm>
            <a:off x="3821040" y="3840480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Technical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3"/>
          <p:cNvSpPr/>
          <p:nvPr/>
        </p:nvSpPr>
        <p:spPr>
          <a:xfrm>
            <a:off x="5009760" y="3840480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Behavioral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4"/>
          <p:cNvSpPr/>
          <p:nvPr/>
        </p:nvSpPr>
        <p:spPr>
          <a:xfrm>
            <a:off x="6768000" y="3960000"/>
            <a:ext cx="11664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5"/>
          <p:cNvSpPr/>
          <p:nvPr/>
        </p:nvSpPr>
        <p:spPr>
          <a:xfrm>
            <a:off x="6198480" y="3840480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Cognitive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6"/>
          <p:cNvSpPr/>
          <p:nvPr/>
        </p:nvSpPr>
        <p:spPr>
          <a:xfrm>
            <a:off x="7920000" y="3960000"/>
            <a:ext cx="12567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7"/>
          <p:cNvSpPr/>
          <p:nvPr/>
        </p:nvSpPr>
        <p:spPr>
          <a:xfrm>
            <a:off x="7387200" y="3840480"/>
            <a:ext cx="13669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9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Personality Score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73040" y="712080"/>
            <a:ext cx="273852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 1"/>
          <p:cNvSpPr/>
          <p:nvPr/>
        </p:nvSpPr>
        <p:spPr>
          <a:xfrm>
            <a:off x="2788920" y="1069920"/>
            <a:ext cx="21441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{{ firstCharUpper  </a:t>
            </a: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firstName}} {{  firstCharUpper  </a:t>
            </a: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lastName}}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2788920" y="1340640"/>
            <a:ext cx="21441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Arial"/>
                <a:ea typeface="Arial"/>
              </a:rPr>
              <a:t>{{roleName}}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2788920" y="1611720"/>
            <a:ext cx="214416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Arial"/>
              </a:rPr>
              <a:t>{{assessmentName}}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Picture 4" descr=""/>
          <p:cNvPicPr/>
          <p:nvPr/>
        </p:nvPicPr>
        <p:blipFill>
          <a:blip r:embed="rId2"/>
          <a:stretch/>
        </p:blipFill>
        <p:spPr>
          <a:xfrm>
            <a:off x="7995240" y="72576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5" descr=""/>
          <p:cNvPicPr/>
          <p:nvPr/>
        </p:nvPicPr>
        <p:blipFill>
          <a:blip r:embed="rId3"/>
          <a:stretch/>
        </p:blipFill>
        <p:spPr>
          <a:xfrm>
            <a:off x="7151760" y="72900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18" descr=""/>
          <p:cNvPicPr/>
          <p:nvPr/>
        </p:nvPicPr>
        <p:blipFill>
          <a:blip r:embed="rId4"/>
          <a:stretch/>
        </p:blipFill>
        <p:spPr>
          <a:xfrm>
            <a:off x="546516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19" descr=""/>
          <p:cNvPicPr/>
          <p:nvPr/>
        </p:nvPicPr>
        <p:blipFill>
          <a:blip r:embed="rId5"/>
          <a:stretch/>
        </p:blipFill>
        <p:spPr>
          <a:xfrm>
            <a:off x="4622040" y="72612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Box 20"/>
          <p:cNvSpPr/>
          <p:nvPr/>
        </p:nvSpPr>
        <p:spPr>
          <a:xfrm>
            <a:off x="7999560" y="494280"/>
            <a:ext cx="64080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Overqualified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Box 21"/>
          <p:cNvSpPr/>
          <p:nvPr/>
        </p:nvSpPr>
        <p:spPr>
          <a:xfrm>
            <a:off x="7153920" y="488880"/>
            <a:ext cx="64080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Expert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23"/>
          <p:cNvSpPr/>
          <p:nvPr/>
        </p:nvSpPr>
        <p:spPr>
          <a:xfrm>
            <a:off x="5465160" y="491760"/>
            <a:ext cx="64080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Intermediate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24"/>
          <p:cNvSpPr/>
          <p:nvPr/>
        </p:nvSpPr>
        <p:spPr>
          <a:xfrm>
            <a:off x="4626360" y="491760"/>
            <a:ext cx="64080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1371600" y="2148840"/>
            <a:ext cx="7127640" cy="11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Box 1"/>
          <p:cNvSpPr/>
          <p:nvPr/>
        </p:nvSpPr>
        <p:spPr>
          <a:xfrm>
            <a:off x="4626360" y="779400"/>
            <a:ext cx="640800" cy="1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Foundation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Picture 1" descr=""/>
          <p:cNvPicPr/>
          <p:nvPr/>
        </p:nvPicPr>
        <p:blipFill>
          <a:blip r:embed="rId6"/>
          <a:stretch/>
        </p:blipFill>
        <p:spPr>
          <a:xfrm>
            <a:off x="6278400" y="726480"/>
            <a:ext cx="640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"/>
          <p:cNvSpPr/>
          <p:nvPr/>
        </p:nvSpPr>
        <p:spPr>
          <a:xfrm>
            <a:off x="6345720" y="735120"/>
            <a:ext cx="634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trike="noStrike" u="none">
                <a:solidFill>
                  <a:srgbClr val="285c78"/>
                </a:solidFill>
                <a:effectLst/>
                <a:uFillTx/>
                <a:latin typeface="Calibri"/>
              </a:rPr>
              <a:t>Advanced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404000" y="1980000"/>
            <a:ext cx="7199640" cy="11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000" strike="noStrike" u="none">
                <a:solidFill>
                  <a:srgbClr val="183349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{{ternary (eq gender "Female") "Mrs" "Mr"}}. {{firstCharUpper firstName}} {{ firstCharUpper lastName}} has secured the {{overallLevelName}} Level of the role {{assessmentName}} with an Overall Score of {{overallScore}}%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trike="noStrike" u="none">
                <a:solidFill>
                  <a:srgbClr val="183349"/>
                </a:solidFill>
                <a:effectLst/>
                <a:uFillTx/>
                <a:latin typeface="Calibri"/>
                <a:ea typeface="Liberation Mono;Courier New;DejaVu Sans Mono;Lucida Sans Typewriter"/>
              </a:rPr>
              <a:t> 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trike="noStrike" u="none">
                <a:solidFill>
                  <a:srgbClr val="183349"/>
                </a:solidFill>
                <a:effectLst/>
                <a:uFillTx/>
                <a:latin typeface="Calibri"/>
                <a:ea typeface="Liberation Mono;Courier New;DejaVu Sans Mono;Lucida Sans Typewriter"/>
              </a:rPr>
              <a:t> To further elevate her skills and achieve the Expert Level, She should accomplish the recommended individual development plan.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140000" y="2880000"/>
            <a:ext cx="323820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" name="Group 1"/>
          <p:cNvGrpSpPr/>
          <p:nvPr/>
        </p:nvGrpSpPr>
        <p:grpSpPr>
          <a:xfrm>
            <a:off x="2894400" y="3960000"/>
            <a:ext cx="1104480" cy="1105200"/>
            <a:chOff x="2894400" y="3960000"/>
            <a:chExt cx="1104480" cy="1105200"/>
          </a:xfrm>
        </p:grpSpPr>
        <p:pic>
          <p:nvPicPr>
            <p:cNvPr id="39" name="Picture 2" descr=""/>
            <p:cNvPicPr/>
            <p:nvPr/>
          </p:nvPicPr>
          <p:blipFill>
            <a:blip r:embed="rId7"/>
            <a:stretch/>
          </p:blipFill>
          <p:spPr>
            <a:xfrm>
              <a:off x="2894400" y="396000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" name="TextBox 2"/>
            <p:cNvSpPr/>
            <p:nvPr/>
          </p:nvSpPr>
          <p:spPr>
            <a:xfrm>
              <a:off x="2912760" y="4026600"/>
              <a:ext cx="1086120" cy="103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0" lang="en-US" sz="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leadership.leadershipScore}}{{pptxImage src=(concat chartUrl leadership.leadershipScore ".png") usePlaceholderSize=true}}{{/if}}</a:t>
              </a:r>
              <a:endParaRPr b="0" lang="fr-FR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b="0" lang="fr-FR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" name="Group 4"/>
          <p:cNvGrpSpPr/>
          <p:nvPr/>
        </p:nvGrpSpPr>
        <p:grpSpPr>
          <a:xfrm>
            <a:off x="4078800" y="3960000"/>
            <a:ext cx="1104480" cy="1113480"/>
            <a:chOff x="4078800" y="3960000"/>
            <a:chExt cx="1104480" cy="1113480"/>
          </a:xfrm>
        </p:grpSpPr>
        <p:pic>
          <p:nvPicPr>
            <p:cNvPr id="42" name="Picture 7" descr=""/>
            <p:cNvPicPr/>
            <p:nvPr/>
          </p:nvPicPr>
          <p:blipFill>
            <a:blip r:embed="rId8"/>
            <a:stretch/>
          </p:blipFill>
          <p:spPr>
            <a:xfrm>
              <a:off x="4078800" y="396000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3" name="TextBox 5"/>
            <p:cNvSpPr/>
            <p:nvPr/>
          </p:nvSpPr>
          <p:spPr>
            <a:xfrm>
              <a:off x="4097160" y="4034880"/>
              <a:ext cx="1086120" cy="103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0" lang="en-US" sz="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technical.technicalScore}}{{pptxImage src=(concat chartUrl technical.technicalScore ".png") usePlaceholderSize=true}}{{/if}}</a:t>
              </a:r>
              <a:endParaRPr b="0" lang="fr-FR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b="0" lang="fr-FR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" name="Group 5"/>
          <p:cNvGrpSpPr/>
          <p:nvPr/>
        </p:nvGrpSpPr>
        <p:grpSpPr>
          <a:xfrm>
            <a:off x="5220000" y="3960000"/>
            <a:ext cx="1104480" cy="1119240"/>
            <a:chOff x="5220000" y="3960000"/>
            <a:chExt cx="1104480" cy="1119240"/>
          </a:xfrm>
        </p:grpSpPr>
        <p:pic>
          <p:nvPicPr>
            <p:cNvPr id="45" name="Picture 8" descr=""/>
            <p:cNvPicPr/>
            <p:nvPr/>
          </p:nvPicPr>
          <p:blipFill>
            <a:blip r:embed="rId9"/>
            <a:stretch/>
          </p:blipFill>
          <p:spPr>
            <a:xfrm>
              <a:off x="5220000" y="396000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6" name="TextBox 6"/>
            <p:cNvSpPr/>
            <p:nvPr/>
          </p:nvSpPr>
          <p:spPr>
            <a:xfrm>
              <a:off x="5238360" y="4040640"/>
              <a:ext cx="1086120" cy="103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0" lang="en-US" sz="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{{#if behavioral.behavioralScore}}{{pptxImage src=(concat chartUrl behavioral.behavioralScore ".png") usePlaceholderSize=true}}{{/if}}</a:t>
              </a:r>
              <a:endParaRPr b="0" lang="fr-FR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b="0" lang="fr-FR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" name="Group 2"/>
          <p:cNvGrpSpPr/>
          <p:nvPr/>
        </p:nvGrpSpPr>
        <p:grpSpPr>
          <a:xfrm>
            <a:off x="1688760" y="3975120"/>
            <a:ext cx="1111320" cy="905760"/>
            <a:chOff x="1688760" y="3975120"/>
            <a:chExt cx="1111320" cy="905760"/>
          </a:xfrm>
        </p:grpSpPr>
        <p:pic>
          <p:nvPicPr>
            <p:cNvPr id="48" name="Picture 3" descr=""/>
            <p:cNvPicPr/>
            <p:nvPr/>
          </p:nvPicPr>
          <p:blipFill>
            <a:blip r:embed="rId10"/>
            <a:stretch/>
          </p:blipFill>
          <p:spPr>
            <a:xfrm>
              <a:off x="1688760" y="3975120"/>
              <a:ext cx="1111320" cy="90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9" name="TextBox 3"/>
            <p:cNvSpPr/>
            <p:nvPr/>
          </p:nvSpPr>
          <p:spPr>
            <a:xfrm>
              <a:off x="1688760" y="4025160"/>
              <a:ext cx="1086480" cy="85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0" lang="en-US" sz="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overallScore}}{{pptxImage src=(concat chartUrl overallScore ".png") usePlaceholderSize=true}}{{/if}}</a:t>
              </a:r>
              <a:endParaRPr b="0" lang="fr-FR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b="0" lang="fr-FR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" name="Group 3"/>
          <p:cNvGrpSpPr/>
          <p:nvPr/>
        </p:nvGrpSpPr>
        <p:grpSpPr>
          <a:xfrm>
            <a:off x="6408360" y="3960360"/>
            <a:ext cx="1104480" cy="899280"/>
            <a:chOff x="6408360" y="3960360"/>
            <a:chExt cx="1104480" cy="899280"/>
          </a:xfrm>
        </p:grpSpPr>
        <p:pic>
          <p:nvPicPr>
            <p:cNvPr id="51" name="Picture 6" descr=""/>
            <p:cNvPicPr/>
            <p:nvPr/>
          </p:nvPicPr>
          <p:blipFill>
            <a:blip r:embed="rId11"/>
            <a:stretch/>
          </p:blipFill>
          <p:spPr>
            <a:xfrm>
              <a:off x="6408360" y="396036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2" name="TextBox 4"/>
            <p:cNvSpPr/>
            <p:nvPr/>
          </p:nvSpPr>
          <p:spPr>
            <a:xfrm>
              <a:off x="6426720" y="4041000"/>
              <a:ext cx="1086120" cy="54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0" lang="en-US" sz="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{{pptxImage src=(concat chartUrl </a:t>
              </a:r>
              <a:r>
                <a:rPr b="0" lang="en-US" sz="6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Microsoft YaHei"/>
                </a:rPr>
                <a:t>cognitive.cognitiveScore</a:t>
              </a:r>
              <a:r>
                <a:rPr b="0" lang="en-US" sz="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 ".png") usePlaceholderSize=true}}</a:t>
              </a:r>
              <a:endParaRPr b="0" lang="fr-FR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3" name="Group 6"/>
          <p:cNvGrpSpPr/>
          <p:nvPr/>
        </p:nvGrpSpPr>
        <p:grpSpPr>
          <a:xfrm>
            <a:off x="7598160" y="3959280"/>
            <a:ext cx="1104480" cy="1255320"/>
            <a:chOff x="7598160" y="3959280"/>
            <a:chExt cx="1104480" cy="1255320"/>
          </a:xfrm>
        </p:grpSpPr>
        <p:pic>
          <p:nvPicPr>
            <p:cNvPr id="54" name="Picture 9" descr=""/>
            <p:cNvPicPr/>
            <p:nvPr/>
          </p:nvPicPr>
          <p:blipFill>
            <a:blip r:embed="rId12"/>
            <a:stretch/>
          </p:blipFill>
          <p:spPr>
            <a:xfrm>
              <a:off x="7598160" y="395928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" name="TextBox 7"/>
            <p:cNvSpPr/>
            <p:nvPr/>
          </p:nvSpPr>
          <p:spPr>
            <a:xfrm>
              <a:off x="7616520" y="4039920"/>
              <a:ext cx="1086120" cy="11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0" lang="en-US" sz="7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personality.personalityScore}}{{pptxImage src=(concat chartUrl personality.personalityScore ".png") usePlaceholderSize=true}}{{/if}}</a:t>
              </a: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b="0" lang="fr-FR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6" name="Group 7"/>
          <p:cNvGrpSpPr/>
          <p:nvPr/>
        </p:nvGrpSpPr>
        <p:grpSpPr>
          <a:xfrm>
            <a:off x="6408720" y="3960720"/>
            <a:ext cx="1104480" cy="1119240"/>
            <a:chOff x="6408720" y="3960720"/>
            <a:chExt cx="1104480" cy="1119240"/>
          </a:xfrm>
        </p:grpSpPr>
        <p:pic>
          <p:nvPicPr>
            <p:cNvPr id="57" name="Picture 10" descr=""/>
            <p:cNvPicPr/>
            <p:nvPr/>
          </p:nvPicPr>
          <p:blipFill>
            <a:blip r:embed="rId13"/>
            <a:stretch/>
          </p:blipFill>
          <p:spPr>
            <a:xfrm>
              <a:off x="6408720" y="3960720"/>
              <a:ext cx="1104480" cy="89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8" name="TextBox 8"/>
            <p:cNvSpPr/>
            <p:nvPr/>
          </p:nvSpPr>
          <p:spPr>
            <a:xfrm>
              <a:off x="6427080" y="4041360"/>
              <a:ext cx="1086120" cy="103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0" lang="en-US" sz="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{{#if cognitive.cognitiveScore}}{{pptxImage src=(concat chartUrl cognitive.cognitiveScore ".png") usePlaceholderSize=true}}{{/if}}</a:t>
              </a:r>
              <a:endParaRPr b="0" lang="fr-FR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b="0" lang="fr-FR" sz="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3219</TotalTime>
  <Application>LibreOffice/25.2.7.2$Windows_X86_64 LibreOffice_project/5cbfd1ab6520636bb5f7b99185aa69bd7456825d</Application>
  <AppVersion>15.0000</AppVersion>
  <Words>12144</Words>
  <Paragraphs>424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2025-08-14T15:20:57Z</dcterms:created>
  <dc:creator>PptxGenJS</dc:creator>
  <dc:description/>
  <dc:language>fr-FR</dc:language>
  <cp:lastModifiedBy/>
  <dcterms:modified xsi:type="dcterms:W3CDTF">2025-12-06T17:00:53Z</dcterms:modified>
  <cp:revision>264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23</vt:i4>
  </property>
  <property fmtid="{D5CDD505-2E9C-101B-9397-08002B2CF9AE}" pid="3" name="PresentationFormat">
    <vt:lpwstr>On-screen Show (16:9)</vt:lpwstr>
  </property>
  <property fmtid="{D5CDD505-2E9C-101B-9397-08002B2CF9AE}" pid="4" name="Slides">
    <vt:i4>23</vt:i4>
  </property>
</Properties>
</file>