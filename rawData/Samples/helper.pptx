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A1D848-9069-4727-8EC7-E2CA848BD42D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A487AB-100E-47F8-B521-06BD6446DF7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7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47160" y="2880"/>
            <a:ext cx="9131760" cy="51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 0"/>
          <p:cNvSpPr/>
          <p:nvPr/>
        </p:nvSpPr>
        <p:spPr>
          <a:xfrm>
            <a:off x="91440" y="4754880"/>
            <a:ext cx="45324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46520" y="1028880"/>
            <a:ext cx="228204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3349"/>
                </a:solidFill>
                <a:effectLst/>
                <a:uFillTx/>
                <a:latin typeface="Arial (Body)"/>
                <a:ea typeface="Arial (Body)"/>
              </a:rPr>
              <a:t>Information not provided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6"/>
          <p:cNvSpPr/>
          <p:nvPr/>
        </p:nvSpPr>
        <p:spPr>
          <a:xfrm>
            <a:off x="1923480" y="4183560"/>
            <a:ext cx="5446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0"/>
          <p:cNvSpPr/>
          <p:nvPr/>
        </p:nvSpPr>
        <p:spPr>
          <a:xfrm>
            <a:off x="4300920" y="4183560"/>
            <a:ext cx="5446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1"/>
          <p:cNvSpPr/>
          <p:nvPr/>
        </p:nvSpPr>
        <p:spPr>
          <a:xfrm>
            <a:off x="3821040" y="3840480"/>
            <a:ext cx="1367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3"/>
          <p:cNvSpPr/>
          <p:nvPr/>
        </p:nvSpPr>
        <p:spPr>
          <a:xfrm>
            <a:off x="5009760" y="3840480"/>
            <a:ext cx="1367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5"/>
          <p:cNvSpPr/>
          <p:nvPr/>
        </p:nvSpPr>
        <p:spPr>
          <a:xfrm>
            <a:off x="6198480" y="3840480"/>
            <a:ext cx="1367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7"/>
          <p:cNvSpPr/>
          <p:nvPr/>
        </p:nvSpPr>
        <p:spPr>
          <a:xfrm>
            <a:off x="7387200" y="3840480"/>
            <a:ext cx="1367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5"/>
          <p:cNvSpPr/>
          <p:nvPr/>
        </p:nvSpPr>
        <p:spPr>
          <a:xfrm>
            <a:off x="473040" y="712080"/>
            <a:ext cx="2739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1"/>
          <p:cNvSpPr/>
          <p:nvPr/>
        </p:nvSpPr>
        <p:spPr>
          <a:xfrm>
            <a:off x="2788920" y="1069920"/>
            <a:ext cx="21448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{{firstName}}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2788920" y="1340640"/>
            <a:ext cx="21448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{{roleName}}</a:t>
            </a:r>
            <a:endParaRPr b="0" lang="fr-FR" sz="8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2788920" y="1611720"/>
            <a:ext cx="21448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{{assessmentName}}</a:t>
            </a:r>
            <a:endParaRPr b="0" lang="fr-FR" sz="8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1371600" y="2148840"/>
            <a:ext cx="7128360" cy="11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01"/>
              </a:lnSpc>
            </a:pPr>
            <a:endParaRPr b="0" lang="en-US" sz="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0" name="Group 11"/>
          <p:cNvGrpSpPr/>
          <p:nvPr/>
        </p:nvGrpSpPr>
        <p:grpSpPr>
          <a:xfrm>
            <a:off x="5185440" y="566280"/>
            <a:ext cx="3670200" cy="642240"/>
            <a:chOff x="5185440" y="566280"/>
            <a:chExt cx="3670200" cy="642240"/>
          </a:xfrm>
        </p:grpSpPr>
        <p:pic>
          <p:nvPicPr>
            <p:cNvPr id="21" name="Picture 18" descr=""/>
            <p:cNvPicPr/>
            <p:nvPr/>
          </p:nvPicPr>
          <p:blipFill>
            <a:blip r:embed="rId2"/>
            <a:stretch/>
          </p:blipFill>
          <p:spPr>
            <a:xfrm>
              <a:off x="5910120" y="779760"/>
              <a:ext cx="641520" cy="19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" name="TextBox 22"/>
            <p:cNvSpPr/>
            <p:nvPr/>
          </p:nvSpPr>
          <p:spPr>
            <a:xfrm>
              <a:off x="6744240" y="566280"/>
              <a:ext cx="641520" cy="64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700" strike="noStrike" u="none">
                  <a:solidFill>
                    <a:srgbClr val="f5f5f5"/>
                  </a:solidFill>
                  <a:effectLst/>
                  <a:uFillTx/>
                  <a:latin typeface="Calibri"/>
                </a:rPr>
                <a:t>Advanced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ntermediatePicture"/>
            <p:cNvSpPr/>
            <p:nvPr/>
          </p:nvSpPr>
          <p:spPr>
            <a:xfrm>
              <a:off x="5905440" y="593280"/>
              <a:ext cx="641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{{#pptxStyle textColor=(ternary (eq overallLevel 2) "FF2C2C" "3465a4")}}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Intermediate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{{/pptxStyle}} 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 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4" name="FoundationPicture" descr=""/>
            <p:cNvPicPr/>
            <p:nvPr/>
          </p:nvPicPr>
          <p:blipFill>
            <a:blip r:embed="rId3"/>
            <a:stretch/>
          </p:blipFill>
          <p:spPr>
            <a:xfrm>
              <a:off x="5190120" y="779760"/>
              <a:ext cx="641520" cy="19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" name="TextBox 1"/>
            <p:cNvSpPr/>
            <p:nvPr/>
          </p:nvSpPr>
          <p:spPr>
            <a:xfrm>
              <a:off x="5185440" y="592560"/>
              <a:ext cx="641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</a:rPr>
                <a:t>{{#pptxStyle textColor=(ternary (eq overallLevel 1) "FF2C2C" "3465a4")}}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Foundation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{{/pptxStyle}} 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 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6" name="AdvancedPicture" descr=""/>
            <p:cNvPicPr/>
            <p:nvPr/>
          </p:nvPicPr>
          <p:blipFill>
            <a:blip r:embed="rId4"/>
            <a:stretch/>
          </p:blipFill>
          <p:spPr>
            <a:xfrm>
              <a:off x="6810120" y="779760"/>
              <a:ext cx="641520" cy="19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" name="TextBox 2"/>
            <p:cNvSpPr/>
            <p:nvPr/>
          </p:nvSpPr>
          <p:spPr>
            <a:xfrm>
              <a:off x="6805440" y="593280"/>
              <a:ext cx="641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{{#pptxStyle textColor=(ternary (eq overallLevel 3) "FF2C2C" "3465a4")}}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Advanced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{{/pptxStyle}} 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 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8" name="ExpertPicture" descr=""/>
            <p:cNvPicPr/>
            <p:nvPr/>
          </p:nvPicPr>
          <p:blipFill>
            <a:blip r:embed="rId5"/>
            <a:stretch/>
          </p:blipFill>
          <p:spPr>
            <a:xfrm>
              <a:off x="7494120" y="779760"/>
              <a:ext cx="641520" cy="19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" name="TextBox 3"/>
            <p:cNvSpPr/>
            <p:nvPr/>
          </p:nvSpPr>
          <p:spPr>
            <a:xfrm>
              <a:off x="7458120" y="593280"/>
              <a:ext cx="641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{{#pptxStyle textColor=(ternary (eq overallLevel 4) "FF2C2C" "3465a4")}}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Expert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{{/pptxStyle}} 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 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0" name="OverqualifiedPicture" descr=""/>
            <p:cNvPicPr/>
            <p:nvPr/>
          </p:nvPicPr>
          <p:blipFill>
            <a:blip r:embed="rId6"/>
            <a:stretch/>
          </p:blipFill>
          <p:spPr>
            <a:xfrm>
              <a:off x="8214120" y="779760"/>
              <a:ext cx="641520" cy="19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" name="TextBox 4"/>
            <p:cNvSpPr/>
            <p:nvPr/>
          </p:nvSpPr>
          <p:spPr>
            <a:xfrm>
              <a:off x="8173440" y="593280"/>
              <a:ext cx="641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{{#pptxStyle textColor=(ternary (eq overallLevel 5) "FF2C2C" "3465a4")}}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DejaVu Sans"/>
                </a:rPr>
                <a:t>Overqualified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{{/pptxStyle}} </a:t>
              </a: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700" strike="noStrike" u="none">
                  <a:solidFill>
                    <a:srgbClr val="285c78"/>
                  </a:solidFill>
                  <a:effectLst/>
                  <a:uFillTx/>
                  <a:latin typeface="Calibri"/>
                  <a:ea typeface="Liberation Mono;Courier New;DejaVu Sans Mono;Lucida Sans Typewriter"/>
                </a:rPr>
                <a:t> 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fr-FR" sz="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"/>
          <p:cNvSpPr/>
          <p:nvPr/>
        </p:nvSpPr>
        <p:spPr>
          <a:xfrm>
            <a:off x="737280" y="2402280"/>
            <a:ext cx="770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3035</TotalTime>
  <Application>LibreOffice/25.2.7.2$Windows_X86_64 LibreOffice_project/5cbfd1ab6520636bb5f7b99185aa69bd7456825d</Application>
  <AppVersion>15.0000</AppVersion>
  <Words>502</Words>
  <Paragraphs>333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2025-08-14T15:20:57Z</dcterms:created>
  <dc:creator>PptxGenJS</dc:creator>
  <dc:description/>
  <dc:language>fr-FR</dc:language>
  <cp:lastModifiedBy/>
  <dcterms:modified xsi:type="dcterms:W3CDTF">2025-12-05T22:36:23Z</dcterms:modified>
  <cp:revision>203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